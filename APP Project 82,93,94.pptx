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6" r:id="rId2"/>
    <p:sldId id="256" r:id="rId3"/>
    <p:sldId id="257" r:id="rId4"/>
    <p:sldId id="267" r:id="rId5"/>
    <p:sldId id="262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795F"/>
    <a:srgbClr val="506DB0"/>
    <a:srgbClr val="5D906E"/>
    <a:srgbClr val="1C24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CCD7D-C7E3-488E-8CB3-097D31825BC0}" v="114" dt="2026-10-12T19:39:53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11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Kumar Singh" userId="391b70017dbc21ac" providerId="LiveId" clId="{368EA9D1-3B1F-425C-93A4-D057DD5AAB84}"/>
    <pc:docChg chg="undo custSel addSld delSld modSld sldOrd modMainMaster">
      <pc:chgData name="Aditya Kumar Singh" userId="391b70017dbc21ac" providerId="LiveId" clId="{368EA9D1-3B1F-425C-93A4-D057DD5AAB84}" dt="2026-10-12T19:40:31.313" v="743" actId="2711"/>
      <pc:docMkLst>
        <pc:docMk/>
      </pc:docMkLst>
      <pc:sldChg chg="addSp delSp modSp add del mod setBg">
        <pc:chgData name="Aditya Kumar Singh" userId="391b70017dbc21ac" providerId="LiveId" clId="{368EA9D1-3B1F-425C-93A4-D057DD5AAB84}" dt="2026-10-12T19:30:05.468" v="572" actId="21"/>
        <pc:sldMkLst>
          <pc:docMk/>
          <pc:sldMk cId="3728480921" sldId="256"/>
        </pc:sldMkLst>
        <pc:spChg chg="mod topLvl">
          <ac:chgData name="Aditya Kumar Singh" userId="391b70017dbc21ac" providerId="LiveId" clId="{368EA9D1-3B1F-425C-93A4-D057DD5AAB84}" dt="2026-10-12T19:22:01.026" v="238" actId="165"/>
          <ac:spMkLst>
            <pc:docMk/>
            <pc:sldMk cId="3728480921" sldId="256"/>
            <ac:spMk id="3" creationId="{CFDD77CE-FB7F-E603-14A0-A1C6A708051A}"/>
          </ac:spMkLst>
        </pc:spChg>
        <pc:spChg chg="mod">
          <ac:chgData name="Aditya Kumar Singh" userId="391b70017dbc21ac" providerId="LiveId" clId="{368EA9D1-3B1F-425C-93A4-D057DD5AAB84}" dt="2026-10-12T19:21:50.978" v="237" actId="165"/>
          <ac:spMkLst>
            <pc:docMk/>
            <pc:sldMk cId="3728480921" sldId="256"/>
            <ac:spMk id="5" creationId="{BAE275D5-1A54-4224-709E-183042B9A26F}"/>
          </ac:spMkLst>
        </pc:spChg>
        <pc:spChg chg="mod">
          <ac:chgData name="Aditya Kumar Singh" userId="391b70017dbc21ac" providerId="LiveId" clId="{368EA9D1-3B1F-425C-93A4-D057DD5AAB84}" dt="2026-10-12T19:29:24.365" v="563" actId="404"/>
          <ac:spMkLst>
            <pc:docMk/>
            <pc:sldMk cId="3728480921" sldId="256"/>
            <ac:spMk id="11" creationId="{D35AB566-6827-946C-C8FF-7F1A660A7F88}"/>
          </ac:spMkLst>
        </pc:spChg>
        <pc:spChg chg="mod">
          <ac:chgData name="Aditya Kumar Singh" userId="391b70017dbc21ac" providerId="LiveId" clId="{368EA9D1-3B1F-425C-93A4-D057DD5AAB84}" dt="2026-10-12T19:27:11.065" v="474" actId="207"/>
          <ac:spMkLst>
            <pc:docMk/>
            <pc:sldMk cId="3728480921" sldId="256"/>
            <ac:spMk id="12" creationId="{64BD7890-7460-4E3C-F0CC-0FF29EA7EBE0}"/>
          </ac:spMkLst>
        </pc:spChg>
        <pc:spChg chg="mod">
          <ac:chgData name="Aditya Kumar Singh" userId="391b70017dbc21ac" providerId="LiveId" clId="{368EA9D1-3B1F-425C-93A4-D057DD5AAB84}" dt="2026-10-12T19:29:43.322" v="568" actId="1076"/>
          <ac:spMkLst>
            <pc:docMk/>
            <pc:sldMk cId="3728480921" sldId="256"/>
            <ac:spMk id="13" creationId="{D07A1912-CDDD-B14A-FAEF-0C2539760A84}"/>
          </ac:spMkLst>
        </pc:spChg>
        <pc:spChg chg="mod">
          <ac:chgData name="Aditya Kumar Singh" userId="391b70017dbc21ac" providerId="LiveId" clId="{368EA9D1-3B1F-425C-93A4-D057DD5AAB84}" dt="2026-10-12T19:29:43.322" v="568" actId="1076"/>
          <ac:spMkLst>
            <pc:docMk/>
            <pc:sldMk cId="3728480921" sldId="256"/>
            <ac:spMk id="15" creationId="{43C78DD9-9744-0AAC-DC98-89259E590AE1}"/>
          </ac:spMkLst>
        </pc:spChg>
        <pc:spChg chg="mod">
          <ac:chgData name="Aditya Kumar Singh" userId="391b70017dbc21ac" providerId="LiveId" clId="{368EA9D1-3B1F-425C-93A4-D057DD5AAB84}" dt="2026-10-12T19:29:43.322" v="568" actId="1076"/>
          <ac:spMkLst>
            <pc:docMk/>
            <pc:sldMk cId="3728480921" sldId="256"/>
            <ac:spMk id="16" creationId="{08214314-FE53-B1B0-8D1C-5A0781E2DAFF}"/>
          </ac:spMkLst>
        </pc:spChg>
        <pc:spChg chg="mod">
          <ac:chgData name="Aditya Kumar Singh" userId="391b70017dbc21ac" providerId="LiveId" clId="{368EA9D1-3B1F-425C-93A4-D057DD5AAB84}" dt="2026-10-12T19:29:43.322" v="568" actId="1076"/>
          <ac:spMkLst>
            <pc:docMk/>
            <pc:sldMk cId="3728480921" sldId="256"/>
            <ac:spMk id="17" creationId="{F6330307-82CE-DD85-40DD-E1A0F31F9912}"/>
          </ac:spMkLst>
        </pc:spChg>
        <pc:spChg chg="mod">
          <ac:chgData name="Aditya Kumar Singh" userId="391b70017dbc21ac" providerId="LiveId" clId="{368EA9D1-3B1F-425C-93A4-D057DD5AAB84}" dt="2026-10-12T19:29:43.322" v="568" actId="1076"/>
          <ac:spMkLst>
            <pc:docMk/>
            <pc:sldMk cId="3728480921" sldId="256"/>
            <ac:spMk id="20" creationId="{479F1900-76FA-947B-05AA-DF4FAEBAB4AD}"/>
          </ac:spMkLst>
        </pc:spChg>
        <pc:spChg chg="mod">
          <ac:chgData name="Aditya Kumar Singh" userId="391b70017dbc21ac" providerId="LiveId" clId="{368EA9D1-3B1F-425C-93A4-D057DD5AAB84}" dt="2026-10-12T19:29:43.322" v="568" actId="1076"/>
          <ac:spMkLst>
            <pc:docMk/>
            <pc:sldMk cId="3728480921" sldId="256"/>
            <ac:spMk id="22" creationId="{5B05AB94-08DC-10A0-D1FB-8A209AAFB3CC}"/>
          </ac:spMkLst>
        </pc:spChg>
        <pc:spChg chg="mod">
          <ac:chgData name="Aditya Kumar Singh" userId="391b70017dbc21ac" providerId="LiveId" clId="{368EA9D1-3B1F-425C-93A4-D057DD5AAB84}" dt="2026-10-12T19:25:35.591" v="451" actId="207"/>
          <ac:spMkLst>
            <pc:docMk/>
            <pc:sldMk cId="3728480921" sldId="256"/>
            <ac:spMk id="23" creationId="{C8C72ECD-E2A9-7836-FB8F-158A544D2DDE}"/>
          </ac:spMkLst>
        </pc:spChg>
        <pc:spChg chg="mod">
          <ac:chgData name="Aditya Kumar Singh" userId="391b70017dbc21ac" providerId="LiveId" clId="{368EA9D1-3B1F-425C-93A4-D057DD5AAB84}" dt="2026-10-12T19:25:35.591" v="451" actId="207"/>
          <ac:spMkLst>
            <pc:docMk/>
            <pc:sldMk cId="3728480921" sldId="256"/>
            <ac:spMk id="24" creationId="{BB2F3244-6A1C-2BDA-2375-CD5BBCB62D23}"/>
          </ac:spMkLst>
        </pc:spChg>
        <pc:spChg chg="mod">
          <ac:chgData name="Aditya Kumar Singh" userId="391b70017dbc21ac" providerId="LiveId" clId="{368EA9D1-3B1F-425C-93A4-D057DD5AAB84}" dt="2026-10-12T19:29:43.322" v="568" actId="1076"/>
          <ac:spMkLst>
            <pc:docMk/>
            <pc:sldMk cId="3728480921" sldId="256"/>
            <ac:spMk id="25" creationId="{8B8A41D9-C97D-A6D2-E8B5-CB53471F094A}"/>
          </ac:spMkLst>
        </pc:spChg>
        <pc:spChg chg="mod">
          <ac:chgData name="Aditya Kumar Singh" userId="391b70017dbc21ac" providerId="LiveId" clId="{368EA9D1-3B1F-425C-93A4-D057DD5AAB84}" dt="2026-10-12T19:29:43.322" v="568" actId="1076"/>
          <ac:spMkLst>
            <pc:docMk/>
            <pc:sldMk cId="3728480921" sldId="256"/>
            <ac:spMk id="26" creationId="{ED23D092-79D2-76CF-66AA-2ACCEA93FEF5}"/>
          </ac:spMkLst>
        </pc:spChg>
        <pc:spChg chg="mod">
          <ac:chgData name="Aditya Kumar Singh" userId="391b70017dbc21ac" providerId="LiveId" clId="{368EA9D1-3B1F-425C-93A4-D057DD5AAB84}" dt="2026-10-12T19:29:43.322" v="568" actId="1076"/>
          <ac:spMkLst>
            <pc:docMk/>
            <pc:sldMk cId="3728480921" sldId="256"/>
            <ac:spMk id="27" creationId="{B2D09A1A-6DAD-BC0D-16C1-3195E1693E61}"/>
          </ac:spMkLst>
        </pc:spChg>
        <pc:spChg chg="mod">
          <ac:chgData name="Aditya Kumar Singh" userId="391b70017dbc21ac" providerId="LiveId" clId="{368EA9D1-3B1F-425C-93A4-D057DD5AAB84}" dt="2026-10-12T19:28:47.199" v="549" actId="122"/>
          <ac:spMkLst>
            <pc:docMk/>
            <pc:sldMk cId="3728480921" sldId="256"/>
            <ac:spMk id="28" creationId="{8B4C32CE-D08A-F628-F89C-FAF1842388DE}"/>
          </ac:spMkLst>
        </pc:spChg>
        <pc:spChg chg="add mod ord">
          <ac:chgData name="Aditya Kumar Singh" userId="391b70017dbc21ac" providerId="LiveId" clId="{368EA9D1-3B1F-425C-93A4-D057DD5AAB84}" dt="2026-10-12T19:25:34.164" v="446" actId="167"/>
          <ac:spMkLst>
            <pc:docMk/>
            <pc:sldMk cId="3728480921" sldId="256"/>
            <ac:spMk id="35" creationId="{5164812D-8DA2-C7AE-A6CB-10CA25C9A93F}"/>
          </ac:spMkLst>
        </pc:spChg>
        <pc:spChg chg="add mod ord">
          <ac:chgData name="Aditya Kumar Singh" userId="391b70017dbc21ac" providerId="LiveId" clId="{368EA9D1-3B1F-425C-93A4-D057DD5AAB84}" dt="2026-10-12T19:29:43.322" v="568" actId="1076"/>
          <ac:spMkLst>
            <pc:docMk/>
            <pc:sldMk cId="3728480921" sldId="256"/>
            <ac:spMk id="36" creationId="{35F895C1-04A3-31CC-8AC3-FDE5C2BCC388}"/>
          </ac:spMkLst>
        </pc:spChg>
        <pc:spChg chg="add del mod">
          <ac:chgData name="Aditya Kumar Singh" userId="391b70017dbc21ac" providerId="LiveId" clId="{368EA9D1-3B1F-425C-93A4-D057DD5AAB84}" dt="2026-10-12T19:28:57.618" v="552" actId="47"/>
          <ac:spMkLst>
            <pc:docMk/>
            <pc:sldMk cId="3728480921" sldId="256"/>
            <ac:spMk id="38" creationId="{08F571D1-2D53-DE23-B1F4-04A610AEC512}"/>
          </ac:spMkLst>
        </pc:spChg>
        <pc:spChg chg="mod">
          <ac:chgData name="Aditya Kumar Singh" userId="391b70017dbc21ac" providerId="LiveId" clId="{368EA9D1-3B1F-425C-93A4-D057DD5AAB84}" dt="2026-10-12T19:30:05.068" v="571" actId="1076"/>
          <ac:spMkLst>
            <pc:docMk/>
            <pc:sldMk cId="3728480921" sldId="256"/>
            <ac:spMk id="42" creationId="{D35AB566-6827-946C-C8FF-7F1A660A7F88}"/>
          </ac:spMkLst>
        </pc:spChg>
        <pc:spChg chg="mod">
          <ac:chgData name="Aditya Kumar Singh" userId="391b70017dbc21ac" providerId="LiveId" clId="{368EA9D1-3B1F-425C-93A4-D057DD5AAB84}" dt="2026-10-12T19:30:05.068" v="571" actId="1076"/>
          <ac:spMkLst>
            <pc:docMk/>
            <pc:sldMk cId="3728480921" sldId="256"/>
            <ac:spMk id="44" creationId="{D07A1912-CDDD-B14A-FAEF-0C2539760A84}"/>
          </ac:spMkLst>
        </pc:spChg>
        <pc:spChg chg="mod">
          <ac:chgData name="Aditya Kumar Singh" userId="391b70017dbc21ac" providerId="LiveId" clId="{368EA9D1-3B1F-425C-93A4-D057DD5AAB84}" dt="2026-10-12T19:30:05.068" v="571" actId="1076"/>
          <ac:spMkLst>
            <pc:docMk/>
            <pc:sldMk cId="3728480921" sldId="256"/>
            <ac:spMk id="45" creationId="{DAC37D09-F4C3-4B9B-9BC2-2B08CCD6AF9D}"/>
          </ac:spMkLst>
        </pc:spChg>
        <pc:spChg chg="mod">
          <ac:chgData name="Aditya Kumar Singh" userId="391b70017dbc21ac" providerId="LiveId" clId="{368EA9D1-3B1F-425C-93A4-D057DD5AAB84}" dt="2026-10-12T19:30:05.068" v="571" actId="1076"/>
          <ac:spMkLst>
            <pc:docMk/>
            <pc:sldMk cId="3728480921" sldId="256"/>
            <ac:spMk id="46" creationId="{43C78DD9-9744-0AAC-DC98-89259E590AE1}"/>
          </ac:spMkLst>
        </pc:spChg>
        <pc:spChg chg="mod">
          <ac:chgData name="Aditya Kumar Singh" userId="391b70017dbc21ac" providerId="LiveId" clId="{368EA9D1-3B1F-425C-93A4-D057DD5AAB84}" dt="2026-10-12T19:30:05.068" v="571" actId="1076"/>
          <ac:spMkLst>
            <pc:docMk/>
            <pc:sldMk cId="3728480921" sldId="256"/>
            <ac:spMk id="52" creationId="{374A4BF5-8BCE-1D1B-13FD-98873C24FCBD}"/>
          </ac:spMkLst>
        </pc:spChg>
        <pc:spChg chg="mod">
          <ac:chgData name="Aditya Kumar Singh" userId="391b70017dbc21ac" providerId="LiveId" clId="{368EA9D1-3B1F-425C-93A4-D057DD5AAB84}" dt="2026-10-12T19:30:05.068" v="571" actId="1076"/>
          <ac:spMkLst>
            <pc:docMk/>
            <pc:sldMk cId="3728480921" sldId="256"/>
            <ac:spMk id="53" creationId="{5B05AB94-08DC-10A0-D1FB-8A209AAFB3CC}"/>
          </ac:spMkLst>
        </pc:spChg>
        <pc:spChg chg="mod">
          <ac:chgData name="Aditya Kumar Singh" userId="391b70017dbc21ac" providerId="LiveId" clId="{368EA9D1-3B1F-425C-93A4-D057DD5AAB84}" dt="2026-10-12T19:30:05.068" v="571" actId="1076"/>
          <ac:spMkLst>
            <pc:docMk/>
            <pc:sldMk cId="3728480921" sldId="256"/>
            <ac:spMk id="54" creationId="{C8C72ECD-E2A9-7836-FB8F-158A544D2DDE}"/>
          </ac:spMkLst>
        </pc:spChg>
        <pc:spChg chg="mod">
          <ac:chgData name="Aditya Kumar Singh" userId="391b70017dbc21ac" providerId="LiveId" clId="{368EA9D1-3B1F-425C-93A4-D057DD5AAB84}" dt="2026-10-12T19:30:05.068" v="571" actId="1076"/>
          <ac:spMkLst>
            <pc:docMk/>
            <pc:sldMk cId="3728480921" sldId="256"/>
            <ac:spMk id="55" creationId="{BB2F3244-6A1C-2BDA-2375-CD5BBCB62D23}"/>
          </ac:spMkLst>
        </pc:spChg>
        <pc:spChg chg="mod">
          <ac:chgData name="Aditya Kumar Singh" userId="391b70017dbc21ac" providerId="LiveId" clId="{368EA9D1-3B1F-425C-93A4-D057DD5AAB84}" dt="2026-10-12T19:30:05.068" v="571" actId="1076"/>
          <ac:spMkLst>
            <pc:docMk/>
            <pc:sldMk cId="3728480921" sldId="256"/>
            <ac:spMk id="58" creationId="{B2D09A1A-6DAD-BC0D-16C1-3195E1693E61}"/>
          </ac:spMkLst>
        </pc:spChg>
        <pc:spChg chg="mod">
          <ac:chgData name="Aditya Kumar Singh" userId="391b70017dbc21ac" providerId="LiveId" clId="{368EA9D1-3B1F-425C-93A4-D057DD5AAB84}" dt="2026-10-12T19:30:05.068" v="571" actId="1076"/>
          <ac:spMkLst>
            <pc:docMk/>
            <pc:sldMk cId="3728480921" sldId="256"/>
            <ac:spMk id="59" creationId="{8B4C32CE-D08A-F628-F89C-FAF1842388DE}"/>
          </ac:spMkLst>
        </pc:spChg>
        <pc:grpChg chg="mod">
          <ac:chgData name="Aditya Kumar Singh" userId="391b70017dbc21ac" providerId="LiveId" clId="{368EA9D1-3B1F-425C-93A4-D057DD5AAB84}" dt="2026-10-12T19:27:04.414" v="473" actId="164"/>
          <ac:grpSpMkLst>
            <pc:docMk/>
            <pc:sldMk cId="3728480921" sldId="256"/>
            <ac:grpSpMk id="29" creationId="{DDCAFDF1-9919-6A73-2084-F9BB8718A723}"/>
          </ac:grpSpMkLst>
        </pc:grpChg>
        <pc:grpChg chg="mod">
          <ac:chgData name="Aditya Kumar Singh" userId="391b70017dbc21ac" providerId="LiveId" clId="{368EA9D1-3B1F-425C-93A4-D057DD5AAB84}" dt="2026-10-12T19:26:54.625" v="471" actId="1076"/>
          <ac:grpSpMkLst>
            <pc:docMk/>
            <pc:sldMk cId="3728480921" sldId="256"/>
            <ac:grpSpMk id="31" creationId="{1464D24D-0585-EA38-9BEE-2C41E3676CB7}"/>
          </ac:grpSpMkLst>
        </pc:grpChg>
        <pc:grpChg chg="add del mod">
          <ac:chgData name="Aditya Kumar Singh" userId="391b70017dbc21ac" providerId="LiveId" clId="{368EA9D1-3B1F-425C-93A4-D057DD5AAB84}" dt="2026-10-12T19:29:50.042" v="569" actId="21"/>
          <ac:grpSpMkLst>
            <pc:docMk/>
            <pc:sldMk cId="3728480921" sldId="256"/>
            <ac:grpSpMk id="37" creationId="{60AB333B-39D0-57B6-7972-47AC49B6730D}"/>
          </ac:grpSpMkLst>
        </pc:grpChg>
        <pc:grpChg chg="del">
          <ac:chgData name="Aditya Kumar Singh" userId="391b70017dbc21ac" providerId="LiveId" clId="{368EA9D1-3B1F-425C-93A4-D057DD5AAB84}" dt="2026-10-12T19:30:05.468" v="572" actId="21"/>
          <ac:grpSpMkLst>
            <pc:docMk/>
            <pc:sldMk cId="3728480921" sldId="256"/>
            <ac:grpSpMk id="39" creationId="{60AB333B-39D0-57B6-7972-47AC49B6730D}"/>
          </ac:grpSpMkLst>
        </pc:grpChg>
        <pc:picChg chg="add del">
          <ac:chgData name="Aditya Kumar Singh" userId="391b70017dbc21ac" providerId="LiveId" clId="{368EA9D1-3B1F-425C-93A4-D057DD5AAB84}" dt="2026-10-12T19:19:48.168" v="227" actId="478"/>
          <ac:picMkLst>
            <pc:docMk/>
            <pc:sldMk cId="3728480921" sldId="256"/>
            <ac:picMk id="9" creationId="{A79FAEA4-88E7-E336-CA1C-BD257E0AC402}"/>
          </ac:picMkLst>
        </pc:picChg>
        <pc:picChg chg="mod ord modCrop">
          <ac:chgData name="Aditya Kumar Singh" userId="391b70017dbc21ac" providerId="LiveId" clId="{368EA9D1-3B1F-425C-93A4-D057DD5AAB84}" dt="2026-10-12T19:26:40.534" v="466" actId="1076"/>
          <ac:picMkLst>
            <pc:docMk/>
            <pc:sldMk cId="3728480921" sldId="256"/>
            <ac:picMk id="10" creationId="{8E2DB924-424E-7149-77DF-0CD30C3172C8}"/>
          </ac:picMkLst>
        </pc:picChg>
      </pc:sldChg>
      <pc:sldChg chg="addSp delSp del mod">
        <pc:chgData name="Aditya Kumar Singh" userId="391b70017dbc21ac" providerId="LiveId" clId="{368EA9D1-3B1F-425C-93A4-D057DD5AAB84}" dt="2026-10-12T19:17:51.866" v="217" actId="47"/>
        <pc:sldMkLst>
          <pc:docMk/>
          <pc:sldMk cId="0" sldId="257"/>
        </pc:sldMkLst>
      </pc:sldChg>
      <pc:sldChg chg="addSp delSp modSp add mod setBg">
        <pc:chgData name="Aditya Kumar Singh" userId="391b70017dbc21ac" providerId="LiveId" clId="{368EA9D1-3B1F-425C-93A4-D057DD5AAB84}" dt="2026-10-12T19:31:18.433" v="612" actId="478"/>
        <pc:sldMkLst>
          <pc:docMk/>
          <pc:sldMk cId="3682975897" sldId="257"/>
        </pc:sldMkLst>
        <pc:spChg chg="add del">
          <ac:chgData name="Aditya Kumar Singh" userId="391b70017dbc21ac" providerId="LiveId" clId="{368EA9D1-3B1F-425C-93A4-D057DD5AAB84}" dt="2026-10-12T19:31:18.433" v="612" actId="478"/>
          <ac:spMkLst>
            <pc:docMk/>
            <pc:sldMk cId="3682975897" sldId="257"/>
            <ac:spMk id="19" creationId="{235725CF-E89E-8F9E-2819-1D5BBFFACF57}"/>
          </ac:spMkLst>
        </pc:spChg>
        <pc:spChg chg="del">
          <ac:chgData name="Aditya Kumar Singh" userId="391b70017dbc21ac" providerId="LiveId" clId="{368EA9D1-3B1F-425C-93A4-D057DD5AAB84}" dt="2026-10-12T19:31:10.460" v="609" actId="478"/>
          <ac:spMkLst>
            <pc:docMk/>
            <pc:sldMk cId="3682975897" sldId="257"/>
            <ac:spMk id="20" creationId="{2CD436DC-6F41-9F1E-6A56-D651ECDD4BB5}"/>
          </ac:spMkLst>
        </pc:spChg>
        <pc:spChg chg="mod">
          <ac:chgData name="Aditya Kumar Singh" userId="391b70017dbc21ac" providerId="LiveId" clId="{368EA9D1-3B1F-425C-93A4-D057DD5AAB84}" dt="2026-10-12T19:30:58.116" v="607" actId="1076"/>
          <ac:spMkLst>
            <pc:docMk/>
            <pc:sldMk cId="3682975897" sldId="257"/>
            <ac:spMk id="25" creationId="{6F33B435-223B-4B75-45F3-DF21C74DA3BF}"/>
          </ac:spMkLst>
        </pc:spChg>
        <pc:spChg chg="mod">
          <ac:chgData name="Aditya Kumar Singh" userId="391b70017dbc21ac" providerId="LiveId" clId="{368EA9D1-3B1F-425C-93A4-D057DD5AAB84}" dt="2026-10-12T19:30:58.116" v="607" actId="1076"/>
          <ac:spMkLst>
            <pc:docMk/>
            <pc:sldMk cId="3682975897" sldId="257"/>
            <ac:spMk id="26" creationId="{47CDA506-9430-7168-BE40-4181087B8685}"/>
          </ac:spMkLst>
        </pc:spChg>
        <pc:spChg chg="mod">
          <ac:chgData name="Aditya Kumar Singh" userId="391b70017dbc21ac" providerId="LiveId" clId="{368EA9D1-3B1F-425C-93A4-D057DD5AAB84}" dt="2026-10-12T19:30:58.116" v="607" actId="1076"/>
          <ac:spMkLst>
            <pc:docMk/>
            <pc:sldMk cId="3682975897" sldId="257"/>
            <ac:spMk id="27" creationId="{80FE700A-FB7A-E558-15F5-E07A35E95D66}"/>
          </ac:spMkLst>
        </pc:spChg>
        <pc:spChg chg="mod">
          <ac:chgData name="Aditya Kumar Singh" userId="391b70017dbc21ac" providerId="LiveId" clId="{368EA9D1-3B1F-425C-93A4-D057DD5AAB84}" dt="2026-10-12T19:30:58.116" v="607" actId="1076"/>
          <ac:spMkLst>
            <pc:docMk/>
            <pc:sldMk cId="3682975897" sldId="257"/>
            <ac:spMk id="28" creationId="{566CB40E-7CD5-6505-2803-7C83305DBE5D}"/>
          </ac:spMkLst>
        </pc:spChg>
        <pc:spChg chg="mod">
          <ac:chgData name="Aditya Kumar Singh" userId="391b70017dbc21ac" providerId="LiveId" clId="{368EA9D1-3B1F-425C-93A4-D057DD5AAB84}" dt="2026-10-12T19:30:58.116" v="607" actId="1076"/>
          <ac:spMkLst>
            <pc:docMk/>
            <pc:sldMk cId="3682975897" sldId="257"/>
            <ac:spMk id="31" creationId="{28B7EBBC-EE77-3F4D-5063-2AACEA029510}"/>
          </ac:spMkLst>
        </pc:spChg>
        <pc:spChg chg="mod">
          <ac:chgData name="Aditya Kumar Singh" userId="391b70017dbc21ac" providerId="LiveId" clId="{368EA9D1-3B1F-425C-93A4-D057DD5AAB84}" dt="2026-10-12T19:30:58.116" v="607" actId="1076"/>
          <ac:spMkLst>
            <pc:docMk/>
            <pc:sldMk cId="3682975897" sldId="257"/>
            <ac:spMk id="32" creationId="{F7F277BA-51F1-4F93-155D-DD9637F94E75}"/>
          </ac:spMkLst>
        </pc:spChg>
        <pc:spChg chg="mod">
          <ac:chgData name="Aditya Kumar Singh" userId="391b70017dbc21ac" providerId="LiveId" clId="{368EA9D1-3B1F-425C-93A4-D057DD5AAB84}" dt="2026-10-12T19:30:58.116" v="607" actId="1076"/>
          <ac:spMkLst>
            <pc:docMk/>
            <pc:sldMk cId="3682975897" sldId="257"/>
            <ac:spMk id="36" creationId="{4974267B-4FC7-39FB-3429-001419F0BA92}"/>
          </ac:spMkLst>
        </pc:spChg>
        <pc:spChg chg="mod">
          <ac:chgData name="Aditya Kumar Singh" userId="391b70017dbc21ac" providerId="LiveId" clId="{368EA9D1-3B1F-425C-93A4-D057DD5AAB84}" dt="2026-10-12T19:30:58.116" v="607" actId="1076"/>
          <ac:spMkLst>
            <pc:docMk/>
            <pc:sldMk cId="3682975897" sldId="257"/>
            <ac:spMk id="38" creationId="{261D1377-7A7A-DA98-4892-11FE3871A00E}"/>
          </ac:spMkLst>
        </pc:spChg>
        <pc:spChg chg="mod">
          <ac:chgData name="Aditya Kumar Singh" userId="391b70017dbc21ac" providerId="LiveId" clId="{368EA9D1-3B1F-425C-93A4-D057DD5AAB84}" dt="2026-10-12T19:30:58.116" v="607" actId="1076"/>
          <ac:spMkLst>
            <pc:docMk/>
            <pc:sldMk cId="3682975897" sldId="257"/>
            <ac:spMk id="39" creationId="{F88473DA-3CB1-891C-16B0-54835DB23229}"/>
          </ac:spMkLst>
        </pc:spChg>
        <pc:spChg chg="mod">
          <ac:chgData name="Aditya Kumar Singh" userId="391b70017dbc21ac" providerId="LiveId" clId="{368EA9D1-3B1F-425C-93A4-D057DD5AAB84}" dt="2026-10-12T19:30:58.116" v="607" actId="1076"/>
          <ac:spMkLst>
            <pc:docMk/>
            <pc:sldMk cId="3682975897" sldId="257"/>
            <ac:spMk id="40" creationId="{724047D0-CFD0-3F6E-A306-7A5C3E774122}"/>
          </ac:spMkLst>
        </pc:spChg>
        <pc:grpChg chg="del">
          <ac:chgData name="Aditya Kumar Singh" userId="391b70017dbc21ac" providerId="LiveId" clId="{368EA9D1-3B1F-425C-93A4-D057DD5AAB84}" dt="2026-10-12T19:30:59.839" v="608" actId="478"/>
          <ac:grpSpMkLst>
            <pc:docMk/>
            <pc:sldMk cId="3682975897" sldId="257"/>
            <ac:grpSpMk id="21" creationId="{30F54CB5-933F-7C48-9B7D-BF05F33D9630}"/>
          </ac:grpSpMkLst>
        </pc:grpChg>
      </pc:sldChg>
      <pc:sldChg chg="addSp delSp del mod">
        <pc:chgData name="Aditya Kumar Singh" userId="391b70017dbc21ac" providerId="LiveId" clId="{368EA9D1-3B1F-425C-93A4-D057DD5AAB84}" dt="2026-10-12T19:17:51.866" v="217" actId="47"/>
        <pc:sldMkLst>
          <pc:docMk/>
          <pc:sldMk cId="0" sldId="258"/>
        </pc:sldMkLst>
      </pc:sldChg>
      <pc:sldChg chg="add setBg">
        <pc:chgData name="Aditya Kumar Singh" userId="391b70017dbc21ac" providerId="LiveId" clId="{368EA9D1-3B1F-425C-93A4-D057DD5AAB84}" dt="2026-10-12T19:18:00.704" v="219"/>
        <pc:sldMkLst>
          <pc:docMk/>
          <pc:sldMk cId="1291128744" sldId="258"/>
        </pc:sldMkLst>
      </pc:sldChg>
      <pc:sldChg chg="del">
        <pc:chgData name="Aditya Kumar Singh" userId="391b70017dbc21ac" providerId="LiveId" clId="{368EA9D1-3B1F-425C-93A4-D057DD5AAB84}" dt="2026-10-12T19:17:51.866" v="217" actId="47"/>
        <pc:sldMkLst>
          <pc:docMk/>
          <pc:sldMk cId="0" sldId="259"/>
        </pc:sldMkLst>
      </pc:sldChg>
      <pc:sldChg chg="add setBg">
        <pc:chgData name="Aditya Kumar Singh" userId="391b70017dbc21ac" providerId="LiveId" clId="{368EA9D1-3B1F-425C-93A4-D057DD5AAB84}" dt="2026-10-12T19:18:00.704" v="219"/>
        <pc:sldMkLst>
          <pc:docMk/>
          <pc:sldMk cId="678291537" sldId="259"/>
        </pc:sldMkLst>
      </pc:sldChg>
      <pc:sldChg chg="del">
        <pc:chgData name="Aditya Kumar Singh" userId="391b70017dbc21ac" providerId="LiveId" clId="{368EA9D1-3B1F-425C-93A4-D057DD5AAB84}" dt="2026-10-12T19:17:34.370" v="216" actId="47"/>
        <pc:sldMkLst>
          <pc:docMk/>
          <pc:sldMk cId="0" sldId="260"/>
        </pc:sldMkLst>
      </pc:sldChg>
      <pc:sldChg chg="add setBg">
        <pc:chgData name="Aditya Kumar Singh" userId="391b70017dbc21ac" providerId="LiveId" clId="{368EA9D1-3B1F-425C-93A4-D057DD5AAB84}" dt="2026-10-12T19:18:00.704" v="219"/>
        <pc:sldMkLst>
          <pc:docMk/>
          <pc:sldMk cId="2326015999" sldId="260"/>
        </pc:sldMkLst>
      </pc:sldChg>
      <pc:sldChg chg="del">
        <pc:chgData name="Aditya Kumar Singh" userId="391b70017dbc21ac" providerId="LiveId" clId="{368EA9D1-3B1F-425C-93A4-D057DD5AAB84}" dt="2026-10-12T19:17:51.866" v="217" actId="47"/>
        <pc:sldMkLst>
          <pc:docMk/>
          <pc:sldMk cId="0" sldId="261"/>
        </pc:sldMkLst>
      </pc:sldChg>
      <pc:sldChg chg="add setBg">
        <pc:chgData name="Aditya Kumar Singh" userId="391b70017dbc21ac" providerId="LiveId" clId="{368EA9D1-3B1F-425C-93A4-D057DD5AAB84}" dt="2026-10-12T19:18:00.704" v="219"/>
        <pc:sldMkLst>
          <pc:docMk/>
          <pc:sldMk cId="3886279743" sldId="261"/>
        </pc:sldMkLst>
      </pc:sldChg>
      <pc:sldChg chg="del">
        <pc:chgData name="Aditya Kumar Singh" userId="391b70017dbc21ac" providerId="LiveId" clId="{368EA9D1-3B1F-425C-93A4-D057DD5AAB84}" dt="2026-10-12T19:17:56.585" v="218" actId="47"/>
        <pc:sldMkLst>
          <pc:docMk/>
          <pc:sldMk cId="0" sldId="262"/>
        </pc:sldMkLst>
      </pc:sldChg>
      <pc:sldChg chg="add setBg">
        <pc:chgData name="Aditya Kumar Singh" userId="391b70017dbc21ac" providerId="LiveId" clId="{368EA9D1-3B1F-425C-93A4-D057DD5AAB84}" dt="2026-10-12T19:18:00.704" v="219"/>
        <pc:sldMkLst>
          <pc:docMk/>
          <pc:sldMk cId="2792586406" sldId="262"/>
        </pc:sldMkLst>
      </pc:sldChg>
      <pc:sldChg chg="del">
        <pc:chgData name="Aditya Kumar Singh" userId="391b70017dbc21ac" providerId="LiveId" clId="{368EA9D1-3B1F-425C-93A4-D057DD5AAB84}" dt="2026-10-12T19:17:56.585" v="218" actId="47"/>
        <pc:sldMkLst>
          <pc:docMk/>
          <pc:sldMk cId="0" sldId="263"/>
        </pc:sldMkLst>
      </pc:sldChg>
      <pc:sldChg chg="add setBg">
        <pc:chgData name="Aditya Kumar Singh" userId="391b70017dbc21ac" providerId="LiveId" clId="{368EA9D1-3B1F-425C-93A4-D057DD5AAB84}" dt="2026-10-12T19:18:00.704" v="219"/>
        <pc:sldMkLst>
          <pc:docMk/>
          <pc:sldMk cId="119607172" sldId="263"/>
        </pc:sldMkLst>
      </pc:sldChg>
      <pc:sldChg chg="del">
        <pc:chgData name="Aditya Kumar Singh" userId="391b70017dbc21ac" providerId="LiveId" clId="{368EA9D1-3B1F-425C-93A4-D057DD5AAB84}" dt="2026-10-12T19:17:56.585" v="218" actId="47"/>
        <pc:sldMkLst>
          <pc:docMk/>
          <pc:sldMk cId="0" sldId="264"/>
        </pc:sldMkLst>
      </pc:sldChg>
      <pc:sldChg chg="modSp add mod setBg">
        <pc:chgData name="Aditya Kumar Singh" userId="391b70017dbc21ac" providerId="LiveId" clId="{368EA9D1-3B1F-425C-93A4-D057DD5AAB84}" dt="2026-10-12T19:39:53.127" v="738" actId="207"/>
        <pc:sldMkLst>
          <pc:docMk/>
          <pc:sldMk cId="874805551" sldId="264"/>
        </pc:sldMkLst>
        <pc:spChg chg="mod">
          <ac:chgData name="Aditya Kumar Singh" userId="391b70017dbc21ac" providerId="LiveId" clId="{368EA9D1-3B1F-425C-93A4-D057DD5AAB84}" dt="2026-10-12T19:30:46.593" v="605" actId="20577"/>
          <ac:spMkLst>
            <pc:docMk/>
            <pc:sldMk cId="874805551" sldId="264"/>
            <ac:spMk id="3" creationId="{146E45C3-D498-CA2E-BDCE-9C2BF7489C8F}"/>
          </ac:spMkLst>
        </pc:spChg>
        <pc:spChg chg="mod">
          <ac:chgData name="Aditya Kumar Singh" userId="391b70017dbc21ac" providerId="LiveId" clId="{368EA9D1-3B1F-425C-93A4-D057DD5AAB84}" dt="2026-10-12T19:39:42.921" v="736" actId="207"/>
          <ac:spMkLst>
            <pc:docMk/>
            <pc:sldMk cId="874805551" sldId="264"/>
            <ac:spMk id="9" creationId="{4377FB76-50E7-582B-2C41-0D59867B59E8}"/>
          </ac:spMkLst>
        </pc:spChg>
        <pc:spChg chg="mod">
          <ac:chgData name="Aditya Kumar Singh" userId="391b70017dbc21ac" providerId="LiveId" clId="{368EA9D1-3B1F-425C-93A4-D057DD5AAB84}" dt="2026-10-12T19:39:48.043" v="737" actId="207"/>
          <ac:spMkLst>
            <pc:docMk/>
            <pc:sldMk cId="874805551" sldId="264"/>
            <ac:spMk id="12" creationId="{3F804809-9F5C-A070-44C1-E952C66BBB09}"/>
          </ac:spMkLst>
        </pc:spChg>
        <pc:spChg chg="mod">
          <ac:chgData name="Aditya Kumar Singh" userId="391b70017dbc21ac" providerId="LiveId" clId="{368EA9D1-3B1F-425C-93A4-D057DD5AAB84}" dt="2026-10-12T19:39:53.127" v="738" actId="207"/>
          <ac:spMkLst>
            <pc:docMk/>
            <pc:sldMk cId="874805551" sldId="264"/>
            <ac:spMk id="15" creationId="{383339BD-85F8-3A94-37A7-6933095B37AD}"/>
          </ac:spMkLst>
        </pc:spChg>
      </pc:sldChg>
      <pc:sldChg chg="modSp mod">
        <pc:chgData name="Aditya Kumar Singh" userId="391b70017dbc21ac" providerId="LiveId" clId="{368EA9D1-3B1F-425C-93A4-D057DD5AAB84}" dt="2026-10-12T19:40:31.313" v="743" actId="2711"/>
        <pc:sldMkLst>
          <pc:docMk/>
          <pc:sldMk cId="0" sldId="265"/>
        </pc:sldMkLst>
        <pc:spChg chg="mod">
          <ac:chgData name="Aditya Kumar Singh" userId="391b70017dbc21ac" providerId="LiveId" clId="{368EA9D1-3B1F-425C-93A4-D057DD5AAB84}" dt="2026-10-12T19:40:31.313" v="743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Aditya Kumar Singh" userId="391b70017dbc21ac" providerId="LiveId" clId="{368EA9D1-3B1F-425C-93A4-D057DD5AAB84}" dt="2026-10-12T19:40:01.895" v="739" actId="207"/>
          <ac:spMkLst>
            <pc:docMk/>
            <pc:sldMk cId="0" sldId="265"/>
            <ac:spMk id="5" creationId="{00000000-0000-0000-0000-000000000000}"/>
          </ac:spMkLst>
        </pc:spChg>
        <pc:spChg chg="mod">
          <ac:chgData name="Aditya Kumar Singh" userId="391b70017dbc21ac" providerId="LiveId" clId="{368EA9D1-3B1F-425C-93A4-D057DD5AAB84}" dt="2026-10-12T19:40:06.480" v="740" actId="20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ditya Kumar Singh" userId="391b70017dbc21ac" providerId="LiveId" clId="{368EA9D1-3B1F-425C-93A4-D057DD5AAB84}" dt="2026-10-12T19:40:10.785" v="741" actId="207"/>
          <ac:spMkLst>
            <pc:docMk/>
            <pc:sldMk cId="0" sldId="265"/>
            <ac:spMk id="15" creationId="{00000000-0000-0000-0000-000000000000}"/>
          </ac:spMkLst>
        </pc:spChg>
      </pc:sldChg>
      <pc:sldChg chg="addSp delSp modSp new add del mod ord modTransition">
        <pc:chgData name="Aditya Kumar Singh" userId="391b70017dbc21ac" providerId="LiveId" clId="{368EA9D1-3B1F-425C-93A4-D057DD5AAB84}" dt="2026-10-12T19:33:42.222" v="734" actId="404"/>
        <pc:sldMkLst>
          <pc:docMk/>
          <pc:sldMk cId="22927828" sldId="266"/>
        </pc:sldMkLst>
        <pc:spChg chg="mod">
          <ac:chgData name="Aditya Kumar Singh" userId="391b70017dbc21ac" providerId="LiveId" clId="{368EA9D1-3B1F-425C-93A4-D057DD5AAB84}" dt="2026-10-12T19:33:42.222" v="734" actId="404"/>
          <ac:spMkLst>
            <pc:docMk/>
            <pc:sldMk cId="22927828" sldId="266"/>
            <ac:spMk id="3" creationId="{61FF4B0A-6253-AB10-983B-2A037E65EB63}"/>
          </ac:spMkLst>
        </pc:spChg>
        <pc:spChg chg="mod">
          <ac:chgData name="Aditya Kumar Singh" userId="391b70017dbc21ac" providerId="LiveId" clId="{368EA9D1-3B1F-425C-93A4-D057DD5AAB84}" dt="2026-10-12T19:32:31.894" v="643"/>
          <ac:spMkLst>
            <pc:docMk/>
            <pc:sldMk cId="22927828" sldId="266"/>
            <ac:spMk id="11" creationId="{32F45401-E6D6-F8E8-B131-019A94ECB168}"/>
          </ac:spMkLst>
        </pc:spChg>
        <pc:grpChg chg="mod">
          <ac:chgData name="Aditya Kumar Singh" userId="391b70017dbc21ac" providerId="LiveId" clId="{368EA9D1-3B1F-425C-93A4-D057DD5AAB84}" dt="2026-10-12T19:32:31.894" v="643"/>
          <ac:grpSpMkLst>
            <pc:docMk/>
            <pc:sldMk cId="22927828" sldId="266"/>
            <ac:grpSpMk id="4" creationId="{8F6BD177-0D7A-FC71-F97C-F7574C68F7AB}"/>
          </ac:grpSpMkLst>
        </pc:grpChg>
        <pc:graphicFrameChg chg="mod">
          <ac:chgData name="Aditya Kumar Singh" userId="391b70017dbc21ac" providerId="LiveId" clId="{368EA9D1-3B1F-425C-93A4-D057DD5AAB84}" dt="2026-10-12T19:16:22.696" v="215"/>
          <ac:graphicFrameMkLst>
            <pc:docMk/>
            <pc:sldMk cId="22927828" sldId="266"/>
            <ac:graphicFrameMk id="13" creationId="{7140A54D-B1D4-EAB8-3822-99D2F741EF1E}"/>
          </ac:graphicFrameMkLst>
        </pc:graphicFrameChg>
      </pc:sldChg>
      <pc:sldChg chg="add setBg">
        <pc:chgData name="Aditya Kumar Singh" userId="391b70017dbc21ac" providerId="LiveId" clId="{368EA9D1-3B1F-425C-93A4-D057DD5AAB84}" dt="2026-10-12T19:18:00.704" v="219"/>
        <pc:sldMkLst>
          <pc:docMk/>
          <pc:sldMk cId="2367229626" sldId="267"/>
        </pc:sldMkLst>
      </pc:sldChg>
      <pc:sldChg chg="addSp modSp add del mod ord setBg">
        <pc:chgData name="Aditya Kumar Singh" userId="391b70017dbc21ac" providerId="LiveId" clId="{368EA9D1-3B1F-425C-93A4-D057DD5AAB84}" dt="2026-10-12T19:39:19.559" v="735" actId="2711"/>
        <pc:sldMkLst>
          <pc:docMk/>
          <pc:sldMk cId="1487531256" sldId="268"/>
        </pc:sldMkLst>
        <pc:spChg chg="mod">
          <ac:chgData name="Aditya Kumar Singh" userId="391b70017dbc21ac" providerId="LiveId" clId="{368EA9D1-3B1F-425C-93A4-D057DD5AAB84}" dt="2026-10-12T19:39:19.559" v="735" actId="2711"/>
          <ac:spMkLst>
            <pc:docMk/>
            <pc:sldMk cId="1487531256" sldId="268"/>
            <ac:spMk id="11" creationId="{832414DF-0590-48A7-A5D7-D85D88B563B2}"/>
          </ac:spMkLst>
        </pc:spChg>
        <pc:spChg chg="mod">
          <ac:chgData name="Aditya Kumar Singh" userId="391b70017dbc21ac" providerId="LiveId" clId="{368EA9D1-3B1F-425C-93A4-D057DD5AAB84}" dt="2026-10-12T19:30:11.896" v="574" actId="1076"/>
          <ac:spMkLst>
            <pc:docMk/>
            <pc:sldMk cId="1487531256" sldId="268"/>
            <ac:spMk id="40" creationId="{35F895C1-04A3-31CC-8AC3-FDE5C2BCC388}"/>
          </ac:spMkLst>
        </pc:spChg>
        <pc:spChg chg="mod">
          <ac:chgData name="Aditya Kumar Singh" userId="391b70017dbc21ac" providerId="LiveId" clId="{368EA9D1-3B1F-425C-93A4-D057DD5AAB84}" dt="2026-10-12T19:30:11.896" v="574" actId="1076"/>
          <ac:spMkLst>
            <pc:docMk/>
            <pc:sldMk cId="1487531256" sldId="268"/>
            <ac:spMk id="44" creationId="{D07A1912-CDDD-B14A-FAEF-0C2539760A84}"/>
          </ac:spMkLst>
        </pc:spChg>
        <pc:spChg chg="mod">
          <ac:chgData name="Aditya Kumar Singh" userId="391b70017dbc21ac" providerId="LiveId" clId="{368EA9D1-3B1F-425C-93A4-D057DD5AAB84}" dt="2026-10-12T19:30:11.896" v="574" actId="1076"/>
          <ac:spMkLst>
            <pc:docMk/>
            <pc:sldMk cId="1487531256" sldId="268"/>
            <ac:spMk id="45" creationId="{DAC37D09-F4C3-4B9B-9BC2-2B08CCD6AF9D}"/>
          </ac:spMkLst>
        </pc:spChg>
        <pc:spChg chg="mod">
          <ac:chgData name="Aditya Kumar Singh" userId="391b70017dbc21ac" providerId="LiveId" clId="{368EA9D1-3B1F-425C-93A4-D057DD5AAB84}" dt="2026-10-12T19:30:11.896" v="574" actId="1076"/>
          <ac:spMkLst>
            <pc:docMk/>
            <pc:sldMk cId="1487531256" sldId="268"/>
            <ac:spMk id="46" creationId="{43C78DD9-9744-0AAC-DC98-89259E590AE1}"/>
          </ac:spMkLst>
        </pc:spChg>
        <pc:spChg chg="mod">
          <ac:chgData name="Aditya Kumar Singh" userId="391b70017dbc21ac" providerId="LiveId" clId="{368EA9D1-3B1F-425C-93A4-D057DD5AAB84}" dt="2026-10-12T19:30:11.896" v="574" actId="1076"/>
          <ac:spMkLst>
            <pc:docMk/>
            <pc:sldMk cId="1487531256" sldId="268"/>
            <ac:spMk id="48" creationId="{F6330307-82CE-DD85-40DD-E1A0F31F9912}"/>
          </ac:spMkLst>
        </pc:spChg>
        <pc:spChg chg="mod">
          <ac:chgData name="Aditya Kumar Singh" userId="391b70017dbc21ac" providerId="LiveId" clId="{368EA9D1-3B1F-425C-93A4-D057DD5AAB84}" dt="2026-10-12T19:30:11.896" v="574" actId="1076"/>
          <ac:spMkLst>
            <pc:docMk/>
            <pc:sldMk cId="1487531256" sldId="268"/>
            <ac:spMk id="52" creationId="{374A4BF5-8BCE-1D1B-13FD-98873C24FCBD}"/>
          </ac:spMkLst>
        </pc:spChg>
        <pc:spChg chg="mod">
          <ac:chgData name="Aditya Kumar Singh" userId="391b70017dbc21ac" providerId="LiveId" clId="{368EA9D1-3B1F-425C-93A4-D057DD5AAB84}" dt="2026-10-12T19:30:11.896" v="574" actId="1076"/>
          <ac:spMkLst>
            <pc:docMk/>
            <pc:sldMk cId="1487531256" sldId="268"/>
            <ac:spMk id="53" creationId="{5B05AB94-08DC-10A0-D1FB-8A209AAFB3CC}"/>
          </ac:spMkLst>
        </pc:spChg>
        <pc:spChg chg="mod">
          <ac:chgData name="Aditya Kumar Singh" userId="391b70017dbc21ac" providerId="LiveId" clId="{368EA9D1-3B1F-425C-93A4-D057DD5AAB84}" dt="2026-10-12T19:30:11.896" v="574" actId="1076"/>
          <ac:spMkLst>
            <pc:docMk/>
            <pc:sldMk cId="1487531256" sldId="268"/>
            <ac:spMk id="55" creationId="{BB2F3244-6A1C-2BDA-2375-CD5BBCB62D23}"/>
          </ac:spMkLst>
        </pc:spChg>
        <pc:spChg chg="mod">
          <ac:chgData name="Aditya Kumar Singh" userId="391b70017dbc21ac" providerId="LiveId" clId="{368EA9D1-3B1F-425C-93A4-D057DD5AAB84}" dt="2026-10-12T19:30:11.896" v="574" actId="1076"/>
          <ac:spMkLst>
            <pc:docMk/>
            <pc:sldMk cId="1487531256" sldId="268"/>
            <ac:spMk id="57" creationId="{ED23D092-79D2-76CF-66AA-2ACCEA93FEF5}"/>
          </ac:spMkLst>
        </pc:spChg>
        <pc:spChg chg="mod">
          <ac:chgData name="Aditya Kumar Singh" userId="391b70017dbc21ac" providerId="LiveId" clId="{368EA9D1-3B1F-425C-93A4-D057DD5AAB84}" dt="2026-10-12T19:30:11.896" v="574" actId="1076"/>
          <ac:spMkLst>
            <pc:docMk/>
            <pc:sldMk cId="1487531256" sldId="268"/>
            <ac:spMk id="58" creationId="{B2D09A1A-6DAD-BC0D-16C1-3195E1693E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155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6165E-DAF6-2C12-2CF4-89ACC00B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ED2E-A833-4CAC-B02B-A93D3AF7A74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3B56E6-8245-29AD-5578-339F33B9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07C03-73B2-D462-E010-D1B789430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6812-6B88-45C1-844D-7D5AE1D4E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06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295A224-B648-D861-C7C5-9D66180B0297}"/>
              </a:ext>
            </a:extLst>
          </p:cNvPr>
          <p:cNvSpPr txBox="1">
            <a:spLocks/>
          </p:cNvSpPr>
          <p:nvPr/>
        </p:nvSpPr>
        <p:spPr>
          <a:xfrm>
            <a:off x="2797342" y="110358"/>
            <a:ext cx="7467600" cy="1524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18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800" b="1">
                <a:latin typeface="Times New Roman" panose="02020603050405020304" charset="0"/>
                <a:cs typeface="Times New Roman" panose="02020603050405020304" charset="0"/>
              </a:rPr>
              <a:t>SRM INSTITUTE OF SCIENCE AND TECHNOLOGY,</a:t>
            </a:r>
            <a:br>
              <a:rPr lang="en-US" sz="18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800" b="1">
                <a:latin typeface="Times New Roman" panose="02020603050405020304" charset="0"/>
                <a:cs typeface="Times New Roman" panose="02020603050405020304" charset="0"/>
              </a:rPr>
              <a:t> Ramapuram, Chennai-89</a:t>
            </a:r>
            <a:br>
              <a:rPr lang="en-US" sz="18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400" b="1"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  <a:br>
              <a:rPr lang="en-US" sz="1400" b="1">
                <a:latin typeface="Times New Roman" pitchFamily="18" charset="0"/>
                <a:cs typeface="Times New Roman" pitchFamily="18" charset="0"/>
              </a:rPr>
            </a:br>
            <a:r>
              <a:rPr lang="en-US" sz="1400" b="1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  <a:br>
              <a:rPr lang="en-US" sz="16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800" b="1">
                <a:latin typeface="Times New Roman" pitchFamily="18" charset="0"/>
                <a:cs typeface="Times New Roman" pitchFamily="18" charset="0"/>
              </a:rPr>
              <a:t>21CSC203P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b="1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IN" sz="1800" b="1">
                <a:latin typeface="Times New Roman" pitchFamily="18" charset="0"/>
                <a:cs typeface="Times New Roman" pitchFamily="18" charset="0"/>
              </a:rPr>
              <a:t>ADVANCED PROGRAMMING PRACTICE </a:t>
            </a:r>
            <a:br>
              <a:rPr lang="en-IN" sz="1800" b="1">
                <a:latin typeface="Times New Roman" pitchFamily="18" charset="0"/>
                <a:cs typeface="Times New Roman" pitchFamily="18" charset="0"/>
              </a:rPr>
            </a:br>
            <a:endParaRPr lang="en-US" sz="18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3CA7683-E32F-65E4-E248-D73BA01BAED4}"/>
              </a:ext>
            </a:extLst>
          </p:cNvPr>
          <p:cNvSpPr txBox="1">
            <a:spLocks/>
          </p:cNvSpPr>
          <p:nvPr/>
        </p:nvSpPr>
        <p:spPr>
          <a:xfrm>
            <a:off x="2225842" y="3484179"/>
            <a:ext cx="64008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Batch </a:t>
            </a:r>
            <a:r>
              <a:rPr lang="en-US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No.: 5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140A54D-B1D4-EAB8-3822-99D2F741E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53948"/>
              </p:ext>
            </p:extLst>
          </p:nvPr>
        </p:nvGraphicFramePr>
        <p:xfrm>
          <a:off x="2149642" y="3987236"/>
          <a:ext cx="8305800" cy="21336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74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Team Members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Supervisor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985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MUSANI LIKITH REDDY (RA2511028020082)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SURYANSHU ROY (RA2511028020093)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ADITYA KUMAR SINGH (RA2511028020094)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NAME: MS MOHAMMED SOFIYA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1835E33A-272A-D4A0-442C-B65F81971EB4}"/>
              </a:ext>
            </a:extLst>
          </p:cNvPr>
          <p:cNvSpPr txBox="1">
            <a:spLocks/>
          </p:cNvSpPr>
          <p:nvPr/>
        </p:nvSpPr>
        <p:spPr>
          <a:xfrm>
            <a:off x="1272540" y="6259134"/>
            <a:ext cx="9182902" cy="5988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Date 17-08-2026							Slide Number 1</a:t>
            </a:r>
          </a:p>
          <a:p>
            <a:endParaRPr lang="en-US" dirty="0"/>
          </a:p>
        </p:txBody>
      </p:sp>
      <p:pic>
        <p:nvPicPr>
          <p:cNvPr id="15" name="image2.png">
            <a:extLst>
              <a:ext uri="{FF2B5EF4-FFF2-40B4-BE49-F238E27FC236}">
                <a16:creationId xmlns:a16="http://schemas.microsoft.com/office/drawing/2014/main" id="{1FA55150-6B7A-CC52-A9C5-CDBD3554012C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021306" y="166701"/>
            <a:ext cx="986590" cy="56755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F6BD177-0D7A-FC71-F97C-F7574C68F7AB}"/>
              </a:ext>
            </a:extLst>
          </p:cNvPr>
          <p:cNvGrpSpPr/>
          <p:nvPr/>
        </p:nvGrpSpPr>
        <p:grpSpPr>
          <a:xfrm>
            <a:off x="2263942" y="1982404"/>
            <a:ext cx="8305800" cy="1981200"/>
            <a:chOff x="2263942" y="1982404"/>
            <a:chExt cx="8305800" cy="1981200"/>
          </a:xfrm>
        </p:grpSpPr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32F45401-E6D6-F8E8-B131-019A94ECB168}"/>
                </a:ext>
              </a:extLst>
            </p:cNvPr>
            <p:cNvSpPr txBox="1">
              <a:spLocks/>
            </p:cNvSpPr>
            <p:nvPr/>
          </p:nvSpPr>
          <p:spPr>
            <a:xfrm>
              <a:off x="2263942" y="1982404"/>
              <a:ext cx="8305800" cy="1981200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latin typeface="Times New Roman" pitchFamily="18" charset="0"/>
                  <a:cs typeface="Times New Roman" pitchFamily="18" charset="0"/>
                </a:rPr>
                <a:t>II year /III Sem	                              </a:t>
              </a:r>
              <a:r>
                <a:rPr lang="en-US" sz="2000" b="1" dirty="0">
                  <a:latin typeface="Times New Roman" pitchFamily="18" charset="0"/>
                  <a:cs typeface="Times New Roman" pitchFamily="18" charset="0"/>
                </a:rPr>
                <a:t>First Review</a:t>
              </a:r>
              <a:endParaRPr lang="en-US" sz="1800" b="1" dirty="0">
                <a:latin typeface="Times New Roman" pitchFamily="18" charset="0"/>
                <a:cs typeface="Times New Roman" pitchFamily="18" charset="0"/>
              </a:endParaRPr>
            </a:p>
            <a:p>
              <a:pPr marL="0" indent="0">
                <a:buNone/>
              </a:pPr>
              <a:r>
                <a:rPr lang="en-US" sz="2000" b="1" dirty="0">
                  <a:latin typeface="Times New Roman" pitchFamily="18" charset="0"/>
                  <a:cs typeface="Times New Roman" pitchFamily="18" charset="0"/>
                </a:rPr>
                <a:t>Class/Sec : BTECH CSE - CLOUD COMPUTING / B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				</a:t>
              </a:r>
            </a:p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1FF4B0A-6253-AB10-983B-2A037E65EB63}"/>
                </a:ext>
              </a:extLst>
            </p:cNvPr>
            <p:cNvSpPr txBox="1"/>
            <p:nvPr/>
          </p:nvSpPr>
          <p:spPr>
            <a:xfrm>
              <a:off x="3088105" y="2917274"/>
              <a:ext cx="66574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Times New Roman" pitchFamily="18" charset="0"/>
                  <a:cs typeface="Times New Roman" pitchFamily="18" charset="0"/>
                </a:rPr>
                <a:t>CPU SCHEDULING SIMULATOR- </a:t>
              </a:r>
              <a:r>
                <a:rPr lang="en-US" sz="1400" b="1" dirty="0">
                  <a:latin typeface="Times New Roman" pitchFamily="18" charset="0"/>
                  <a:cs typeface="Times New Roman" pitchFamily="18" charset="0"/>
                </a:rPr>
                <a:t>with integrated Job Schedular</a:t>
              </a:r>
              <a:endParaRPr 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27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FE622B-B745-FE01-F1D9-0BB790C4B626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9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2DB924-424E-7149-77DF-0CD30C3172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23" r="23449"/>
          <a:stretch>
            <a:fillRect/>
          </a:stretch>
        </p:blipFill>
        <p:spPr>
          <a:xfrm>
            <a:off x="6756402" y="0"/>
            <a:ext cx="5380567" cy="68580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1464D24D-0585-EA38-9BEE-2C41E3676CB7}"/>
              </a:ext>
            </a:extLst>
          </p:cNvPr>
          <p:cNvGrpSpPr/>
          <p:nvPr/>
        </p:nvGrpSpPr>
        <p:grpSpPr>
          <a:xfrm>
            <a:off x="114300" y="481856"/>
            <a:ext cx="6172200" cy="5767582"/>
            <a:chOff x="114300" y="481856"/>
            <a:chExt cx="6172200" cy="576758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A847F75-66A4-8A1E-BA02-6BB75B3117D8}"/>
                </a:ext>
              </a:extLst>
            </p:cNvPr>
            <p:cNvSpPr txBox="1"/>
            <p:nvPr/>
          </p:nvSpPr>
          <p:spPr>
            <a:xfrm>
              <a:off x="660400" y="1879600"/>
              <a:ext cx="4775200" cy="64633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IN" sz="4200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CPU SCHEDULING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E275D5-1A54-4224-709E-183042B9A26F}"/>
                </a:ext>
              </a:extLst>
            </p:cNvPr>
            <p:cNvSpPr txBox="1"/>
            <p:nvPr/>
          </p:nvSpPr>
          <p:spPr>
            <a:xfrm>
              <a:off x="660400" y="2399268"/>
              <a:ext cx="4114800" cy="73866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IN" sz="4800" b="1" dirty="0">
                  <a:solidFill>
                    <a:srgbClr val="D9795F"/>
                  </a:solidFill>
                  <a:latin typeface="Aptos" panose="020B0004020202020204" pitchFamily="34" charset="0"/>
                </a:rPr>
                <a:t>SIMULATOR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1EC956-B74C-D9EF-7E7F-1D822AE3C669}"/>
                </a:ext>
              </a:extLst>
            </p:cNvPr>
            <p:cNvSpPr txBox="1"/>
            <p:nvPr/>
          </p:nvSpPr>
          <p:spPr>
            <a:xfrm>
              <a:off x="742950" y="3098799"/>
              <a:ext cx="2349500" cy="1384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IN" sz="900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WITH INTEGRATED JOB SIMULATION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C0DC41A-D6B8-1B8F-4AB8-A3C3A7A23C8F}"/>
                </a:ext>
              </a:extLst>
            </p:cNvPr>
            <p:cNvSpPr txBox="1"/>
            <p:nvPr/>
          </p:nvSpPr>
          <p:spPr>
            <a:xfrm>
              <a:off x="698500" y="4521200"/>
              <a:ext cx="2286000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IN" sz="1400" b="1" dirty="0">
                  <a:solidFill>
                    <a:srgbClr val="ACB3BB"/>
                  </a:solidFill>
                  <a:latin typeface="Aptos" panose="020B0004020202020204" pitchFamily="34" charset="0"/>
                </a:rPr>
                <a:t>PROJECT TEAM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7B2590-CC00-60BB-AD80-4089ABFB9569}"/>
                </a:ext>
              </a:extLst>
            </p:cNvPr>
            <p:cNvSpPr txBox="1"/>
            <p:nvPr/>
          </p:nvSpPr>
          <p:spPr>
            <a:xfrm>
              <a:off x="698500" y="4741333"/>
              <a:ext cx="5588000" cy="150810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MUSANI LIKITH REDDY  - RA2511028020082</a:t>
              </a:r>
            </a:p>
            <a:p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SURYANSHU ROY  - RA2511028020093</a:t>
              </a:r>
            </a:p>
            <a:p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ADITYA KUMAR SINGH  - RA2511028020094</a:t>
              </a:r>
            </a:p>
            <a:p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==========================================================</a:t>
              </a:r>
            </a:p>
            <a:p>
              <a:r>
                <a:rPr lang="en-IN" sz="1400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SUBJECT: </a:t>
              </a:r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ADVANCED PROGRAMMING PRACTICE (21CSC203P)</a:t>
              </a:r>
            </a:p>
            <a:p>
              <a:r>
                <a:rPr lang="en-IN" sz="1400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DEPT: </a:t>
              </a:r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BTECH C.S.E W/S CLOUD COMPUTING (SECTION B)</a:t>
              </a:r>
            </a:p>
            <a:p>
              <a:r>
                <a:rPr lang="en-IN" sz="1400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YEAR/SEM: </a:t>
              </a:r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2/3</a:t>
              </a:r>
              <a:endParaRPr lang="en-IN" sz="1400" b="1" dirty="0">
                <a:solidFill>
                  <a:srgbClr val="FFFFFF"/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C09F64C-5F7B-865B-7CD8-CC8277FFB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67" t="19008" r="73991" b="15251"/>
            <a:stretch>
              <a:fillRect/>
            </a:stretch>
          </p:blipFill>
          <p:spPr>
            <a:xfrm>
              <a:off x="114300" y="481856"/>
              <a:ext cx="332316" cy="33470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FDD77CE-FB7F-E603-14A0-A1C6A708051A}"/>
              </a:ext>
            </a:extLst>
          </p:cNvPr>
          <p:cNvSpPr txBox="1"/>
          <p:nvPr/>
        </p:nvSpPr>
        <p:spPr>
          <a:xfrm>
            <a:off x="508000" y="572265"/>
            <a:ext cx="749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EE0E2"/>
                </a:solidFill>
                <a:latin typeface="Aptos" panose="020B0004020202020204" pitchFamily="34" charset="0"/>
              </a:rPr>
              <a:t>ADVANCED PROGRAMMING PRACTICE  /  SRMIST RAMAPURAM</a:t>
            </a:r>
            <a:endParaRPr lang="en-IN" sz="1000" b="1">
              <a:solidFill>
                <a:srgbClr val="DEE0E2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F571D1-2D53-DE23-B1F4-04A610AEC512}"/>
              </a:ext>
            </a:extLst>
          </p:cNvPr>
          <p:cNvSpPr txBox="1"/>
          <p:nvPr/>
        </p:nvSpPr>
        <p:spPr>
          <a:xfrm>
            <a:off x="6641960" y="51347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480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B443C3-4A35-C06A-4207-3A0BD0CC532D}"/>
              </a:ext>
            </a:extLst>
          </p:cNvPr>
          <p:cNvSpPr txBox="1"/>
          <p:nvPr/>
        </p:nvSpPr>
        <p:spPr>
          <a:xfrm>
            <a:off x="660400" y="3048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D9795F"/>
                </a:solidFill>
                <a:latin typeface="Aptos" panose="020B0004020202020204" pitchFamily="34" charset="0"/>
              </a:rPr>
              <a:t>01 / 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31AE1-A69F-9DA5-1EF0-EFBAE612D995}"/>
              </a:ext>
            </a:extLst>
          </p:cNvPr>
          <p:cNvSpPr txBox="1"/>
          <p:nvPr/>
        </p:nvSpPr>
        <p:spPr>
          <a:xfrm>
            <a:off x="660400" y="5969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 dirty="0">
                <a:solidFill>
                  <a:srgbClr val="252A30"/>
                </a:solidFill>
                <a:latin typeface="Aptos" panose="020B0004020202020204" pitchFamily="34" charset="0"/>
              </a:rPr>
              <a:t>INTERACTIVE CPU SCHEDULING SIMULATION</a:t>
            </a:r>
            <a:endParaRPr lang="en-IN" sz="2700" b="1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45EC0-3EC7-D920-72F9-467C50F865A9}"/>
              </a:ext>
            </a:extLst>
          </p:cNvPr>
          <p:cNvSpPr txBox="1"/>
          <p:nvPr/>
        </p:nvSpPr>
        <p:spPr>
          <a:xfrm>
            <a:off x="660400" y="6477000"/>
            <a:ext cx="419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47A"/>
                </a:solidFill>
                <a:latin typeface="Aptos" panose="020B0004020202020204" pitchFamily="34" charset="0"/>
              </a:rPr>
              <a:t>CPU SCHEDULING SIMULATOR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97024-EA33-6132-24A9-D87E093368D5}"/>
              </a:ext>
            </a:extLst>
          </p:cNvPr>
          <p:cNvSpPr txBox="1"/>
          <p:nvPr/>
        </p:nvSpPr>
        <p:spPr>
          <a:xfrm>
            <a:off x="10033000" y="6477000"/>
            <a:ext cx="1714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APP PROJECT  /  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3ECD7-BD69-D560-DF4A-38B974962739}"/>
              </a:ext>
            </a:extLst>
          </p:cNvPr>
          <p:cNvSpPr txBox="1"/>
          <p:nvPr/>
        </p:nvSpPr>
        <p:spPr>
          <a:xfrm>
            <a:off x="660400" y="1346200"/>
            <a:ext cx="1041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>
                <a:solidFill>
                  <a:srgbClr val="252A30"/>
                </a:solidFill>
                <a:latin typeface="Aptos" panose="020B0004020202020204" pitchFamily="34" charset="0"/>
              </a:rPr>
              <a:t>Scheduling policies are easy to describe in theory, but their trade-offs are hard to compare without seeing processes compete for CPU time.</a:t>
            </a:r>
            <a:endParaRPr lang="en-IN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5573ED-D405-6FC8-D030-B575BA119C33}"/>
              </a:ext>
            </a:extLst>
          </p:cNvPr>
          <p:cNvSpPr/>
          <p:nvPr/>
        </p:nvSpPr>
        <p:spPr>
          <a:xfrm>
            <a:off x="660400" y="2413000"/>
            <a:ext cx="3365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2C12B1-5B5C-2ABE-7939-FD05F618031A}"/>
              </a:ext>
            </a:extLst>
          </p:cNvPr>
          <p:cNvSpPr/>
          <p:nvPr/>
        </p:nvSpPr>
        <p:spPr>
          <a:xfrm>
            <a:off x="660400" y="2413000"/>
            <a:ext cx="63500" cy="2794000"/>
          </a:xfrm>
          <a:prstGeom prst="rect">
            <a:avLst/>
          </a:prstGeom>
          <a:solidFill>
            <a:srgbClr val="D979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689912-721F-A332-5B79-AACB6B5187F6}"/>
              </a:ext>
            </a:extLst>
          </p:cNvPr>
          <p:cNvSpPr txBox="1"/>
          <p:nvPr/>
        </p:nvSpPr>
        <p:spPr>
          <a:xfrm>
            <a:off x="914400" y="2616200"/>
            <a:ext cx="2882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The challenge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CD5B3-EEF5-65E4-8713-B75454A8C962}"/>
              </a:ext>
            </a:extLst>
          </p:cNvPr>
          <p:cNvSpPr txBox="1"/>
          <p:nvPr/>
        </p:nvSpPr>
        <p:spPr>
          <a:xfrm>
            <a:off x="914400" y="3035300"/>
            <a:ext cx="28829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6E747A"/>
                </a:solidFill>
                <a:latin typeface="Aptos" panose="020B0004020202020204" pitchFamily="34" charset="0"/>
              </a:rPr>
              <a:t>Arrival times, burst lengths, priorities and deadlines interact. A policy that helps one workload may delay another.</a:t>
            </a:r>
            <a:endParaRPr lang="en-IN" sz="15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AE720F-9AFF-8ED3-B814-3347DE3E8AC8}"/>
              </a:ext>
            </a:extLst>
          </p:cNvPr>
          <p:cNvSpPr/>
          <p:nvPr/>
        </p:nvSpPr>
        <p:spPr>
          <a:xfrm>
            <a:off x="4406900" y="2413000"/>
            <a:ext cx="3365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11DAFD-FB65-0600-9533-20C8813E33CD}"/>
              </a:ext>
            </a:extLst>
          </p:cNvPr>
          <p:cNvSpPr/>
          <p:nvPr/>
        </p:nvSpPr>
        <p:spPr>
          <a:xfrm>
            <a:off x="4406900" y="2413000"/>
            <a:ext cx="63500" cy="27940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27EB7A-D735-940B-C2A8-F087FAA4615C}"/>
              </a:ext>
            </a:extLst>
          </p:cNvPr>
          <p:cNvSpPr txBox="1"/>
          <p:nvPr/>
        </p:nvSpPr>
        <p:spPr>
          <a:xfrm>
            <a:off x="4660900" y="2616200"/>
            <a:ext cx="2882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D064E6-91FA-3759-8A25-2F05E3B6DA0C}"/>
              </a:ext>
            </a:extLst>
          </p:cNvPr>
          <p:cNvSpPr txBox="1"/>
          <p:nvPr/>
        </p:nvSpPr>
        <p:spPr>
          <a:xfrm>
            <a:off x="4660900" y="3035300"/>
            <a:ext cx="28829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6E747A"/>
                </a:solidFill>
                <a:latin typeface="Aptos" panose="020B0004020202020204" pitchFamily="34" charset="0"/>
              </a:rPr>
              <a:t>Build a browser-based simulator that runs classic and modern policies against editable workloads.</a:t>
            </a:r>
            <a:endParaRPr lang="en-IN" sz="15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866A30C-0526-FF1F-75DB-14B167650D35}"/>
              </a:ext>
            </a:extLst>
          </p:cNvPr>
          <p:cNvSpPr/>
          <p:nvPr/>
        </p:nvSpPr>
        <p:spPr>
          <a:xfrm>
            <a:off x="8153400" y="2413000"/>
            <a:ext cx="3365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800C91-30BD-6B28-9EA0-6AE7E99C483A}"/>
              </a:ext>
            </a:extLst>
          </p:cNvPr>
          <p:cNvSpPr/>
          <p:nvPr/>
        </p:nvSpPr>
        <p:spPr>
          <a:xfrm>
            <a:off x="8153400" y="2413000"/>
            <a:ext cx="63500" cy="2794000"/>
          </a:xfrm>
          <a:prstGeom prst="rect">
            <a:avLst/>
          </a:prstGeom>
          <a:solidFill>
            <a:srgbClr val="5D90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FC3295-D342-5369-0277-9EBB134778AC}"/>
              </a:ext>
            </a:extLst>
          </p:cNvPr>
          <p:cNvSpPr txBox="1"/>
          <p:nvPr/>
        </p:nvSpPr>
        <p:spPr>
          <a:xfrm>
            <a:off x="8407400" y="2616200"/>
            <a:ext cx="2882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The outcome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456F72-40AD-E0AD-0094-5C49A88FE854}"/>
              </a:ext>
            </a:extLst>
          </p:cNvPr>
          <p:cNvSpPr txBox="1"/>
          <p:nvPr/>
        </p:nvSpPr>
        <p:spPr>
          <a:xfrm>
            <a:off x="8407400" y="3035300"/>
            <a:ext cx="28829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6E747A"/>
                </a:solidFill>
                <a:latin typeface="Aptos" panose="020B0004020202020204" pitchFamily="34" charset="0"/>
              </a:rPr>
              <a:t>Watch the CPU timeline change, inspect per-process results and compare measurable performance metrics.</a:t>
            </a:r>
            <a:endParaRPr lang="en-IN" sz="15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975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93ED4-E9E9-816F-333F-B270A404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9067ED-9D19-373A-38FE-137B1D956DEC}"/>
              </a:ext>
            </a:extLst>
          </p:cNvPr>
          <p:cNvSpPr txBox="1"/>
          <p:nvPr/>
        </p:nvSpPr>
        <p:spPr>
          <a:xfrm>
            <a:off x="660400" y="3048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D9795F"/>
                </a:solidFill>
                <a:latin typeface="Aptos" panose="020B0004020202020204" pitchFamily="34" charset="0"/>
              </a:rPr>
              <a:t>06 / SYSTEM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F0411-FB2D-B0BE-A651-85E85CF6AAA1}"/>
              </a:ext>
            </a:extLst>
          </p:cNvPr>
          <p:cNvSpPr txBox="1"/>
          <p:nvPr/>
        </p:nvSpPr>
        <p:spPr>
          <a:xfrm>
            <a:off x="660400" y="5969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 dirty="0">
                <a:solidFill>
                  <a:srgbClr val="252A30"/>
                </a:solidFill>
                <a:latin typeface="Aptos" panose="020B0004020202020204" pitchFamily="34" charset="0"/>
              </a:rPr>
              <a:t>WEBAPP STRUCTURE</a:t>
            </a:r>
            <a:endParaRPr lang="en-IN" sz="2700" b="1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E38EC4-45F2-5C84-02FE-0226275897E4}"/>
              </a:ext>
            </a:extLst>
          </p:cNvPr>
          <p:cNvSpPr txBox="1"/>
          <p:nvPr/>
        </p:nvSpPr>
        <p:spPr>
          <a:xfrm>
            <a:off x="660400" y="6477000"/>
            <a:ext cx="419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47A"/>
                </a:solidFill>
                <a:latin typeface="Aptos" panose="020B0004020202020204" pitchFamily="34" charset="0"/>
              </a:rPr>
              <a:t>CPU SCHEDULING SIMULATOR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6E731-165A-A86A-5E08-E14B95FBF81F}"/>
              </a:ext>
            </a:extLst>
          </p:cNvPr>
          <p:cNvSpPr txBox="1"/>
          <p:nvPr/>
        </p:nvSpPr>
        <p:spPr>
          <a:xfrm>
            <a:off x="10033000" y="6477000"/>
            <a:ext cx="1714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APP PROJECT  /  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4274B7-A3DE-34ED-8CC9-A9641C0637F9}"/>
              </a:ext>
            </a:extLst>
          </p:cNvPr>
          <p:cNvSpPr/>
          <p:nvPr/>
        </p:nvSpPr>
        <p:spPr>
          <a:xfrm>
            <a:off x="660400" y="1701800"/>
            <a:ext cx="3175000" cy="3149600"/>
          </a:xfrm>
          <a:prstGeom prst="roundRect">
            <a:avLst/>
          </a:prstGeom>
          <a:solidFill>
            <a:srgbClr val="E7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988EA-74DD-DF80-0512-24FE0AC317EA}"/>
              </a:ext>
            </a:extLst>
          </p:cNvPr>
          <p:cNvSpPr txBox="1"/>
          <p:nvPr/>
        </p:nvSpPr>
        <p:spPr>
          <a:xfrm>
            <a:off x="939800" y="1981200"/>
            <a:ext cx="2603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 dirty="0">
                <a:solidFill>
                  <a:srgbClr val="506DB0"/>
                </a:solidFill>
                <a:latin typeface="Aptos" panose="020B0004020202020204" pitchFamily="34" charset="0"/>
              </a:rPr>
              <a:t>LOGIN/SIGNUP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FA8D5C-26D1-9FAF-361A-5172E240F843}"/>
              </a:ext>
            </a:extLst>
          </p:cNvPr>
          <p:cNvSpPr txBox="1"/>
          <p:nvPr/>
        </p:nvSpPr>
        <p:spPr>
          <a:xfrm>
            <a:off x="939800" y="2501900"/>
            <a:ext cx="25908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dirty="0">
                <a:solidFill>
                  <a:srgbClr val="252A30"/>
                </a:solidFill>
                <a:latin typeface="Aptos" panose="020B0004020202020204" pitchFamily="34" charset="0"/>
              </a:rPr>
              <a:t>Create an Account or Login .</a:t>
            </a:r>
          </a:p>
          <a:p>
            <a:r>
              <a:rPr lang="en-IN" sz="1400" dirty="0">
                <a:solidFill>
                  <a:srgbClr val="252A30"/>
                </a:solidFill>
                <a:latin typeface="Aptos" panose="020B0004020202020204" pitchFamily="34" charset="0"/>
              </a:rPr>
              <a:t>Password is stored securely via hashing.</a:t>
            </a:r>
          </a:p>
          <a:p>
            <a:r>
              <a:rPr lang="en-IN" sz="1400" dirty="0">
                <a:solidFill>
                  <a:srgbClr val="252A30"/>
                </a:solidFill>
                <a:latin typeface="Aptos" panose="020B0004020202020204" pitchFamily="34" charset="0"/>
              </a:rPr>
              <a:t>The page also includes a link to demo simulator.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690620-B409-7FB1-EBE5-0E0A1DE6C1BF}"/>
              </a:ext>
            </a:extLst>
          </p:cNvPr>
          <p:cNvSpPr/>
          <p:nvPr/>
        </p:nvSpPr>
        <p:spPr>
          <a:xfrm>
            <a:off x="4508500" y="1701800"/>
            <a:ext cx="3175000" cy="3149600"/>
          </a:xfrm>
          <a:prstGeom prst="roundRect">
            <a:avLst/>
          </a:prstGeom>
          <a:solidFill>
            <a:srgbClr val="FAEB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5B993E-2CF3-470B-AC09-37153A6EDCD8}"/>
              </a:ext>
            </a:extLst>
          </p:cNvPr>
          <p:cNvSpPr txBox="1"/>
          <p:nvPr/>
        </p:nvSpPr>
        <p:spPr>
          <a:xfrm>
            <a:off x="4787900" y="1981200"/>
            <a:ext cx="2603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 dirty="0">
                <a:solidFill>
                  <a:srgbClr val="D9795F"/>
                </a:solidFill>
                <a:latin typeface="Aptos" panose="020B0004020202020204" pitchFamily="34" charset="0"/>
              </a:rPr>
              <a:t>PROFILES &amp; WORKSPACES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0CB872-F5E3-7748-1A78-D153B78F0F2F}"/>
              </a:ext>
            </a:extLst>
          </p:cNvPr>
          <p:cNvSpPr txBox="1"/>
          <p:nvPr/>
        </p:nvSpPr>
        <p:spPr>
          <a:xfrm>
            <a:off x="4794250" y="2410312"/>
            <a:ext cx="2590800" cy="23698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dirty="0">
                <a:solidFill>
                  <a:srgbClr val="252A30"/>
                </a:solidFill>
                <a:latin typeface="Aptos" panose="020B0004020202020204" pitchFamily="34" charset="0"/>
              </a:rPr>
              <a:t>PROFILES:</a:t>
            </a:r>
          </a:p>
          <a:p>
            <a:r>
              <a:rPr lang="en-US" sz="1400" dirty="0">
                <a:solidFill>
                  <a:srgbClr val="252A30"/>
                </a:solidFill>
                <a:latin typeface="Aptos" panose="020B0004020202020204" pitchFamily="34" charset="0"/>
              </a:rPr>
              <a:t>Add custom personalized profiles Create, rename, add profile pic and delete. The page also has a Sign-out option</a:t>
            </a:r>
          </a:p>
          <a:p>
            <a:endParaRPr lang="en-US" sz="1400" dirty="0">
              <a:solidFill>
                <a:srgbClr val="252A30"/>
              </a:solidFill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252A30"/>
                </a:solidFill>
                <a:latin typeface="Aptos" panose="020B0004020202020204" pitchFamily="34" charset="0"/>
              </a:rPr>
              <a:t>WORKSPACES:</a:t>
            </a:r>
          </a:p>
          <a:p>
            <a:r>
              <a:rPr lang="en-US" sz="1400" dirty="0">
                <a:solidFill>
                  <a:srgbClr val="252A30"/>
                </a:solidFill>
                <a:latin typeface="Aptos" panose="020B0004020202020204" pitchFamily="34" charset="0"/>
              </a:rPr>
              <a:t>-Default Tab is ‘Welcome’.</a:t>
            </a:r>
            <a:br>
              <a:rPr lang="en-US" sz="1400" dirty="0">
                <a:solidFill>
                  <a:srgbClr val="252A30"/>
                </a:solidFill>
                <a:latin typeface="Aptos" panose="020B0004020202020204" pitchFamily="34" charset="0"/>
              </a:rPr>
            </a:br>
            <a:r>
              <a:rPr lang="en-US" sz="1400" dirty="0">
                <a:solidFill>
                  <a:srgbClr val="252A30"/>
                </a:solidFill>
                <a:latin typeface="Aptos" panose="020B0004020202020204" pitchFamily="34" charset="0"/>
              </a:rPr>
              <a:t>- Users can add, rename and save workspaces.</a:t>
            </a:r>
          </a:p>
          <a:p>
            <a:r>
              <a:rPr lang="en-US" sz="1400" dirty="0">
                <a:solidFill>
                  <a:srgbClr val="252A30"/>
                </a:solidFill>
                <a:latin typeface="Aptos" panose="020B0004020202020204" pitchFamily="34" charset="0"/>
              </a:rPr>
              <a:t> </a:t>
            </a:r>
            <a:endParaRPr lang="en-IN" sz="1400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36B2C9-EB02-4CAA-2B52-13C378AE7F7D}"/>
              </a:ext>
            </a:extLst>
          </p:cNvPr>
          <p:cNvSpPr/>
          <p:nvPr/>
        </p:nvSpPr>
        <p:spPr>
          <a:xfrm>
            <a:off x="8356600" y="1701800"/>
            <a:ext cx="3175000" cy="3149600"/>
          </a:xfrm>
          <a:prstGeom prst="roundRect">
            <a:avLst/>
          </a:prstGeom>
          <a:solidFill>
            <a:srgbClr val="E8F1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BCE0E0-D462-CAA9-A172-5D5D7F97C03B}"/>
              </a:ext>
            </a:extLst>
          </p:cNvPr>
          <p:cNvSpPr txBox="1"/>
          <p:nvPr/>
        </p:nvSpPr>
        <p:spPr>
          <a:xfrm>
            <a:off x="8636000" y="1981200"/>
            <a:ext cx="2603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 dirty="0">
                <a:solidFill>
                  <a:srgbClr val="5D906E"/>
                </a:solidFill>
                <a:latin typeface="Aptos" panose="020B0004020202020204" pitchFamily="34" charset="0"/>
              </a:rPr>
              <a:t>SIMULATOR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444BB3-6F6A-1393-EA71-AA5454FD6C13}"/>
              </a:ext>
            </a:extLst>
          </p:cNvPr>
          <p:cNvSpPr txBox="1"/>
          <p:nvPr/>
        </p:nvSpPr>
        <p:spPr>
          <a:xfrm>
            <a:off x="8636000" y="2501900"/>
            <a:ext cx="25908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dirty="0">
                <a:solidFill>
                  <a:srgbClr val="252A30"/>
                </a:solidFill>
                <a:latin typeface="Aptos" panose="020B0004020202020204" pitchFamily="34" charset="0"/>
              </a:rPr>
              <a:t>IMPORT WORKLOAD, PROGRAMS AND PROCESSES and execute for in depth analysis and calculations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2707B8-0D24-EB4E-6178-5B32942CCB45}"/>
              </a:ext>
            </a:extLst>
          </p:cNvPr>
          <p:cNvSpPr/>
          <p:nvPr/>
        </p:nvSpPr>
        <p:spPr>
          <a:xfrm>
            <a:off x="3835400" y="3009900"/>
            <a:ext cx="673100" cy="50800"/>
          </a:xfrm>
          <a:prstGeom prst="rect">
            <a:avLst/>
          </a:prstGeom>
          <a:solidFill>
            <a:srgbClr val="D979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AE7C94-B7B2-ADDE-ECF4-03CA9E29936C}"/>
              </a:ext>
            </a:extLst>
          </p:cNvPr>
          <p:cNvSpPr/>
          <p:nvPr/>
        </p:nvSpPr>
        <p:spPr>
          <a:xfrm>
            <a:off x="7683500" y="3009900"/>
            <a:ext cx="673100" cy="50800"/>
          </a:xfrm>
          <a:prstGeom prst="rect">
            <a:avLst/>
          </a:prstGeom>
          <a:solidFill>
            <a:srgbClr val="D979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B92FEB-9E84-BB7C-A226-4F693AEB2517}"/>
              </a:ext>
            </a:extLst>
          </p:cNvPr>
          <p:cNvSpPr txBox="1"/>
          <p:nvPr/>
        </p:nvSpPr>
        <p:spPr>
          <a:xfrm>
            <a:off x="660400" y="53213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dirty="0">
                <a:solidFill>
                  <a:srgbClr val="252A30"/>
                </a:solidFill>
                <a:latin typeface="Aptos" panose="020B0004020202020204" pitchFamily="34" charset="0"/>
              </a:rPr>
              <a:t>THE WEBAPP HAS DARK THEME AND ACCESIBILTY OPTIONS LIKE CONTRAST AND ZOOM IN/OUT</a:t>
            </a:r>
            <a:endParaRPr lang="en-IN" sz="1500" b="1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17AC1F-C31D-2E2B-BAA2-EAC7A7BBB338}"/>
              </a:ext>
            </a:extLst>
          </p:cNvPr>
          <p:cNvSpPr txBox="1"/>
          <p:nvPr/>
        </p:nvSpPr>
        <p:spPr>
          <a:xfrm>
            <a:off x="660400" y="57658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6E747A"/>
                </a:solidFill>
                <a:latin typeface="Aptos" panose="020B0004020202020204" pitchFamily="34" charset="0"/>
              </a:rPr>
              <a:t>Apart from Gantt chart play button, a small terminal UI inspired input box can be used to execute simulation and get program outputs </a:t>
            </a:r>
            <a:endParaRPr lang="en-IN" sz="1200" dirty="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229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F9D05F-6587-D9A0-5256-CB491DB9E8EC}"/>
              </a:ext>
            </a:extLst>
          </p:cNvPr>
          <p:cNvSpPr txBox="1"/>
          <p:nvPr/>
        </p:nvSpPr>
        <p:spPr>
          <a:xfrm>
            <a:off x="660400" y="3048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D9795F"/>
                </a:solidFill>
                <a:latin typeface="Aptos" panose="020B0004020202020204" pitchFamily="34" charset="0"/>
              </a:rPr>
              <a:t>06 / SYSTEM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A35C4-5EDE-E172-A5C1-A73B0F8CA314}"/>
              </a:ext>
            </a:extLst>
          </p:cNvPr>
          <p:cNvSpPr txBox="1"/>
          <p:nvPr/>
        </p:nvSpPr>
        <p:spPr>
          <a:xfrm>
            <a:off x="660400" y="5969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 dirty="0">
                <a:solidFill>
                  <a:srgbClr val="252A30"/>
                </a:solidFill>
                <a:latin typeface="Aptos" panose="020B0004020202020204" pitchFamily="34" charset="0"/>
              </a:rPr>
              <a:t>WEBAPP ARCHITECTURE</a:t>
            </a:r>
            <a:endParaRPr lang="en-IN" sz="2700" b="1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65876-4109-D365-1918-7DA87ABECBE3}"/>
              </a:ext>
            </a:extLst>
          </p:cNvPr>
          <p:cNvSpPr txBox="1"/>
          <p:nvPr/>
        </p:nvSpPr>
        <p:spPr>
          <a:xfrm>
            <a:off x="660400" y="6477000"/>
            <a:ext cx="419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47A"/>
                </a:solidFill>
                <a:latin typeface="Aptos" panose="020B0004020202020204" pitchFamily="34" charset="0"/>
              </a:rPr>
              <a:t>CPU SCHEDULING SIMULATOR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B6420-7EFF-7A27-A0E8-DE97333B5E53}"/>
              </a:ext>
            </a:extLst>
          </p:cNvPr>
          <p:cNvSpPr txBox="1"/>
          <p:nvPr/>
        </p:nvSpPr>
        <p:spPr>
          <a:xfrm>
            <a:off x="10033000" y="6477000"/>
            <a:ext cx="1714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APP PROJECT  /  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67EE4D-FEDA-8E3F-0B25-C5BB44E55162}"/>
              </a:ext>
            </a:extLst>
          </p:cNvPr>
          <p:cNvSpPr/>
          <p:nvPr/>
        </p:nvSpPr>
        <p:spPr>
          <a:xfrm>
            <a:off x="660400" y="1701800"/>
            <a:ext cx="3175000" cy="3149600"/>
          </a:xfrm>
          <a:prstGeom prst="roundRect">
            <a:avLst/>
          </a:prstGeom>
          <a:solidFill>
            <a:srgbClr val="E7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52A13-4EE6-E1F6-D2F3-7BAE0C1BE099}"/>
              </a:ext>
            </a:extLst>
          </p:cNvPr>
          <p:cNvSpPr txBox="1"/>
          <p:nvPr/>
        </p:nvSpPr>
        <p:spPr>
          <a:xfrm>
            <a:off x="939800" y="1981200"/>
            <a:ext cx="2603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506DB0"/>
                </a:solidFill>
                <a:latin typeface="Aptos" panose="020B0004020202020204" pitchFamily="34" charset="0"/>
              </a:rPr>
              <a:t>BROWSER CLIENT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B2158A-BCFF-FE04-FC76-96D477240ED5}"/>
              </a:ext>
            </a:extLst>
          </p:cNvPr>
          <p:cNvSpPr txBox="1"/>
          <p:nvPr/>
        </p:nvSpPr>
        <p:spPr>
          <a:xfrm>
            <a:off x="939800" y="2501900"/>
            <a:ext cx="2590800" cy="1508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dirty="0">
                <a:solidFill>
                  <a:srgbClr val="252A30"/>
                </a:solidFill>
                <a:latin typeface="Aptos" panose="020B0004020202020204" pitchFamily="34" charset="0"/>
              </a:rPr>
              <a:t>HTML / CSS / JavaScript
Interactive simulator UI
Gantt rendering + metrics
Auth, profiles, workspaces
CSV / JSON export</a:t>
            </a:r>
          </a:p>
          <a:p>
            <a:endParaRPr lang="en-IN" sz="1400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A20EE2-B997-A12A-2822-7405C365D8A2}"/>
              </a:ext>
            </a:extLst>
          </p:cNvPr>
          <p:cNvSpPr/>
          <p:nvPr/>
        </p:nvSpPr>
        <p:spPr>
          <a:xfrm>
            <a:off x="4508500" y="1701800"/>
            <a:ext cx="3175000" cy="3149600"/>
          </a:xfrm>
          <a:prstGeom prst="roundRect">
            <a:avLst/>
          </a:prstGeom>
          <a:solidFill>
            <a:srgbClr val="FAEB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04D8C6-958C-8D12-5073-AF3EF8535BE0}"/>
              </a:ext>
            </a:extLst>
          </p:cNvPr>
          <p:cNvSpPr txBox="1"/>
          <p:nvPr/>
        </p:nvSpPr>
        <p:spPr>
          <a:xfrm>
            <a:off x="4787900" y="1981200"/>
            <a:ext cx="2603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D9795F"/>
                </a:solidFill>
                <a:latin typeface="Aptos" panose="020B0004020202020204" pitchFamily="34" charset="0"/>
              </a:rPr>
              <a:t>FASTAPI SERVICE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4CBFD-0E70-D208-A671-1FE756D967CB}"/>
              </a:ext>
            </a:extLst>
          </p:cNvPr>
          <p:cNvSpPr txBox="1"/>
          <p:nvPr/>
        </p:nvSpPr>
        <p:spPr>
          <a:xfrm>
            <a:off x="4787900" y="2501900"/>
            <a:ext cx="25908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52A30"/>
                </a:solidFill>
                <a:latin typeface="Aptos" panose="020B0004020202020204" pitchFamily="34" charset="0"/>
              </a:rPr>
              <a:t>REST API (/api/v1)
Authentication &amp; profiles
Workspaces and saved runs
Workload generation
Local program execution</a:t>
            </a:r>
            <a:endParaRPr lang="en-IN" sz="140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70B499-8F7B-43E4-B047-4234AB7E65CE}"/>
              </a:ext>
            </a:extLst>
          </p:cNvPr>
          <p:cNvSpPr/>
          <p:nvPr/>
        </p:nvSpPr>
        <p:spPr>
          <a:xfrm>
            <a:off x="8356600" y="1701800"/>
            <a:ext cx="3175000" cy="3149600"/>
          </a:xfrm>
          <a:prstGeom prst="roundRect">
            <a:avLst/>
          </a:prstGeom>
          <a:solidFill>
            <a:srgbClr val="E8F1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C670DE-C516-E005-06F0-FCDFB4DDD526}"/>
              </a:ext>
            </a:extLst>
          </p:cNvPr>
          <p:cNvSpPr txBox="1"/>
          <p:nvPr/>
        </p:nvSpPr>
        <p:spPr>
          <a:xfrm>
            <a:off x="8636000" y="1981200"/>
            <a:ext cx="2603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5D906E"/>
                </a:solidFill>
                <a:latin typeface="Aptos" panose="020B0004020202020204" pitchFamily="34" charset="0"/>
              </a:rPr>
              <a:t>DATA + RUNTIME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AAEB7D-6C64-0574-78CD-193FE33DE150}"/>
              </a:ext>
            </a:extLst>
          </p:cNvPr>
          <p:cNvSpPr txBox="1"/>
          <p:nvPr/>
        </p:nvSpPr>
        <p:spPr>
          <a:xfrm>
            <a:off x="8636000" y="2501900"/>
            <a:ext cx="25908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>
                <a:solidFill>
                  <a:srgbClr val="252A30"/>
                </a:solidFill>
                <a:latin typeface="Aptos" panose="020B0004020202020204" pitchFamily="34" charset="0"/>
              </a:rPr>
              <a:t>SQLAlchemy + SQL database
Users, profiles, workspaces
Saved simulations and logs
Temporary program workspace
Python / gcc / g++ toolchain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F0ED87-C62A-1821-318B-BCB05211EF52}"/>
              </a:ext>
            </a:extLst>
          </p:cNvPr>
          <p:cNvSpPr/>
          <p:nvPr/>
        </p:nvSpPr>
        <p:spPr>
          <a:xfrm>
            <a:off x="3835400" y="3009900"/>
            <a:ext cx="673100" cy="50800"/>
          </a:xfrm>
          <a:prstGeom prst="rect">
            <a:avLst/>
          </a:prstGeom>
          <a:solidFill>
            <a:srgbClr val="D979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EF7786-6455-4E9E-F004-9C9A5DBA63D7}"/>
              </a:ext>
            </a:extLst>
          </p:cNvPr>
          <p:cNvSpPr/>
          <p:nvPr/>
        </p:nvSpPr>
        <p:spPr>
          <a:xfrm>
            <a:off x="7683500" y="3009900"/>
            <a:ext cx="673100" cy="50800"/>
          </a:xfrm>
          <a:prstGeom prst="rect">
            <a:avLst/>
          </a:prstGeom>
          <a:solidFill>
            <a:srgbClr val="D979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6FEB26-FD54-A26F-0C1B-B1D1649742EA}"/>
              </a:ext>
            </a:extLst>
          </p:cNvPr>
          <p:cNvSpPr txBox="1"/>
          <p:nvPr/>
        </p:nvSpPr>
        <p:spPr>
          <a:xfrm>
            <a:off x="660400" y="53213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252A30"/>
                </a:solidFill>
                <a:latin typeface="Aptos" panose="020B0004020202020204" pitchFamily="34" charset="0"/>
              </a:rPr>
              <a:t>FastAPI serves the frontend and versioned API; SQLAlchemy backs persistent data.</a:t>
            </a:r>
            <a:endParaRPr lang="en-IN" sz="1500" b="1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0BF033-22A3-6DC3-5B94-78C06F043857}"/>
              </a:ext>
            </a:extLst>
          </p:cNvPr>
          <p:cNvSpPr txBox="1"/>
          <p:nvPr/>
        </p:nvSpPr>
        <p:spPr>
          <a:xfrm>
            <a:off x="660400" y="57658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E747A"/>
                </a:solidFill>
                <a:latin typeface="Aptos" panose="020B0004020202020204" pitchFamily="34" charset="0"/>
              </a:rPr>
              <a:t>Default setup uses MySQL; configure DATABASE_URL for the intended database deployment.</a:t>
            </a:r>
            <a:endParaRPr lang="en-IN" sz="12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586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F0DBF-E01F-CE09-83A5-BB88A761C69F}"/>
              </a:ext>
            </a:extLst>
          </p:cNvPr>
          <p:cNvSpPr txBox="1"/>
          <p:nvPr/>
        </p:nvSpPr>
        <p:spPr>
          <a:xfrm>
            <a:off x="660400" y="3048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D9795F"/>
                </a:solidFill>
                <a:latin typeface="Aptos" panose="020B0004020202020204" pitchFamily="34" charset="0"/>
              </a:rPr>
              <a:t>02 / HOW IT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BE332-AB0E-A096-CCC3-8DE399DEF93E}"/>
              </a:ext>
            </a:extLst>
          </p:cNvPr>
          <p:cNvSpPr txBox="1"/>
          <p:nvPr/>
        </p:nvSpPr>
        <p:spPr>
          <a:xfrm>
            <a:off x="660400" y="5969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 dirty="0">
                <a:solidFill>
                  <a:srgbClr val="252A30"/>
                </a:solidFill>
                <a:latin typeface="Aptos" panose="020B0004020202020204" pitchFamily="34" charset="0"/>
              </a:rPr>
              <a:t>LONG AND SHORT TERM SCHEDULARS</a:t>
            </a:r>
            <a:endParaRPr lang="en-IN" sz="2700" b="1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EC8F7D-82CC-0C41-761B-B07C7EF5F2EC}"/>
              </a:ext>
            </a:extLst>
          </p:cNvPr>
          <p:cNvSpPr txBox="1"/>
          <p:nvPr/>
        </p:nvSpPr>
        <p:spPr>
          <a:xfrm>
            <a:off x="660400" y="6477000"/>
            <a:ext cx="419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47A"/>
                </a:solidFill>
                <a:latin typeface="Aptos" panose="020B0004020202020204" pitchFamily="34" charset="0"/>
              </a:rPr>
              <a:t>CPU SCHEDULING SIMULATOR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6BEB6-A73A-7AD9-FC46-31AEC488526A}"/>
              </a:ext>
            </a:extLst>
          </p:cNvPr>
          <p:cNvSpPr txBox="1"/>
          <p:nvPr/>
        </p:nvSpPr>
        <p:spPr>
          <a:xfrm>
            <a:off x="10033000" y="6477000"/>
            <a:ext cx="1714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APP PROJECT  /  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6A49B-43BD-3D34-B0A5-9D33CB768C96}"/>
              </a:ext>
            </a:extLst>
          </p:cNvPr>
          <p:cNvSpPr txBox="1"/>
          <p:nvPr/>
        </p:nvSpPr>
        <p:spPr>
          <a:xfrm>
            <a:off x="660400" y="1308100"/>
            <a:ext cx="1066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6E747A"/>
                </a:solidFill>
                <a:latin typeface="Aptos" panose="020B0004020202020204" pitchFamily="34" charset="0"/>
              </a:rPr>
              <a:t>Model long-term job admission and short-term allocation of CPU time in one synchronized simulation.</a:t>
            </a:r>
            <a:endParaRPr lang="en-IN" sz="1600" dirty="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8BEC6E-3AB3-BF63-1FEE-E6ECA46E5D99}"/>
              </a:ext>
            </a:extLst>
          </p:cNvPr>
          <p:cNvSpPr/>
          <p:nvPr/>
        </p:nvSpPr>
        <p:spPr>
          <a:xfrm>
            <a:off x="660400" y="2209800"/>
            <a:ext cx="25146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21AFC-A0A7-C9A4-14EF-C682667698DB}"/>
              </a:ext>
            </a:extLst>
          </p:cNvPr>
          <p:cNvSpPr txBox="1"/>
          <p:nvPr/>
        </p:nvSpPr>
        <p:spPr>
          <a:xfrm>
            <a:off x="876300" y="2463800"/>
            <a:ext cx="63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200" b="1">
                <a:solidFill>
                  <a:srgbClr val="D9795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935E54-EB23-A702-6956-488843FC454E}"/>
              </a:ext>
            </a:extLst>
          </p:cNvPr>
          <p:cNvSpPr txBox="1"/>
          <p:nvPr/>
        </p:nvSpPr>
        <p:spPr>
          <a:xfrm>
            <a:off x="876300" y="30099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252A30"/>
                </a:solidFill>
                <a:latin typeface="Aptos" panose="020B0004020202020204" pitchFamily="34" charset="0"/>
              </a:rPr>
              <a:t>CREATE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E9A1E4-2AAF-EA26-4BDA-82B974CAA61A}"/>
              </a:ext>
            </a:extLst>
          </p:cNvPr>
          <p:cNvSpPr txBox="1"/>
          <p:nvPr/>
        </p:nvSpPr>
        <p:spPr>
          <a:xfrm>
            <a:off x="876300" y="3505200"/>
            <a:ext cx="20828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E747A"/>
                </a:solidFill>
                <a:latin typeface="Aptos" panose="020B0004020202020204" pitchFamily="34" charset="0"/>
              </a:rPr>
              <a:t>Add processes and jobs
Arrival, burst, priority, deadline</a:t>
            </a:r>
            <a:endParaRPr lang="en-IN" sz="13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B3EBAB-4B0D-50AB-AEF1-4E5AE54D4B60}"/>
              </a:ext>
            </a:extLst>
          </p:cNvPr>
          <p:cNvSpPr/>
          <p:nvPr/>
        </p:nvSpPr>
        <p:spPr>
          <a:xfrm>
            <a:off x="3429000" y="2209800"/>
            <a:ext cx="25146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DD2F7F-C56C-C0CC-11B3-03AB0CD179A1}"/>
              </a:ext>
            </a:extLst>
          </p:cNvPr>
          <p:cNvSpPr txBox="1"/>
          <p:nvPr/>
        </p:nvSpPr>
        <p:spPr>
          <a:xfrm>
            <a:off x="3644900" y="2463800"/>
            <a:ext cx="63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200" b="1">
                <a:solidFill>
                  <a:srgbClr val="506DB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9B50F-AC43-C9B6-730D-B22DF3355B69}"/>
              </a:ext>
            </a:extLst>
          </p:cNvPr>
          <p:cNvSpPr txBox="1"/>
          <p:nvPr/>
        </p:nvSpPr>
        <p:spPr>
          <a:xfrm>
            <a:off x="3644900" y="30099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252A30"/>
                </a:solidFill>
                <a:latin typeface="Aptos" panose="020B0004020202020204" pitchFamily="34" charset="0"/>
              </a:rPr>
              <a:t>CONFIGURE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33F5B8-673A-F912-9EEC-DF26219BA155}"/>
              </a:ext>
            </a:extLst>
          </p:cNvPr>
          <p:cNvSpPr txBox="1"/>
          <p:nvPr/>
        </p:nvSpPr>
        <p:spPr>
          <a:xfrm>
            <a:off x="3644900" y="3505200"/>
            <a:ext cx="20828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E747A"/>
                </a:solidFill>
                <a:latin typeface="Aptos" panose="020B0004020202020204" pitchFamily="34" charset="0"/>
              </a:rPr>
              <a:t>Select an algorithm, quantum
and optional context-switch cost</a:t>
            </a:r>
            <a:endParaRPr lang="en-IN" sz="13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15BFEE-80D3-F614-4120-2F6BC1A96E4F}"/>
              </a:ext>
            </a:extLst>
          </p:cNvPr>
          <p:cNvSpPr/>
          <p:nvPr/>
        </p:nvSpPr>
        <p:spPr>
          <a:xfrm>
            <a:off x="6197600" y="2209800"/>
            <a:ext cx="25146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9E1A2D-E965-195E-9D43-3386E604723A}"/>
              </a:ext>
            </a:extLst>
          </p:cNvPr>
          <p:cNvSpPr txBox="1"/>
          <p:nvPr/>
        </p:nvSpPr>
        <p:spPr>
          <a:xfrm>
            <a:off x="6413500" y="2463800"/>
            <a:ext cx="63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200" b="1">
                <a:solidFill>
                  <a:srgbClr val="5D906E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595F95-4B49-9727-BCB5-195854A99C86}"/>
              </a:ext>
            </a:extLst>
          </p:cNvPr>
          <p:cNvSpPr txBox="1"/>
          <p:nvPr/>
        </p:nvSpPr>
        <p:spPr>
          <a:xfrm>
            <a:off x="6413500" y="30099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252A30"/>
                </a:solidFill>
                <a:latin typeface="Aptos" panose="020B0004020202020204" pitchFamily="34" charset="0"/>
              </a:rPr>
              <a:t>RUN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341945-E3E3-B827-D193-697BC2FDA3DB}"/>
              </a:ext>
            </a:extLst>
          </p:cNvPr>
          <p:cNvSpPr txBox="1"/>
          <p:nvPr/>
        </p:nvSpPr>
        <p:spPr>
          <a:xfrm>
            <a:off x="6413500" y="3505200"/>
            <a:ext cx="20828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E747A"/>
                </a:solidFill>
                <a:latin typeface="Aptos" panose="020B0004020202020204" pitchFamily="34" charset="0"/>
              </a:rPr>
              <a:t>Execute, step or play the
simulation with live process state</a:t>
            </a:r>
            <a:endParaRPr lang="en-IN" sz="13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A617156-3417-BF2F-0162-DE2C4FE0CBE6}"/>
              </a:ext>
            </a:extLst>
          </p:cNvPr>
          <p:cNvSpPr/>
          <p:nvPr/>
        </p:nvSpPr>
        <p:spPr>
          <a:xfrm>
            <a:off x="8966200" y="2209800"/>
            <a:ext cx="25146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A5BEA0-026D-2D2F-F9E6-DAB87093492A}"/>
              </a:ext>
            </a:extLst>
          </p:cNvPr>
          <p:cNvSpPr txBox="1"/>
          <p:nvPr/>
        </p:nvSpPr>
        <p:spPr>
          <a:xfrm>
            <a:off x="9182100" y="2463800"/>
            <a:ext cx="63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200" b="1">
                <a:solidFill>
                  <a:srgbClr val="D9795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4CAFAB-B93F-5997-0DE4-B6E684DA713D}"/>
              </a:ext>
            </a:extLst>
          </p:cNvPr>
          <p:cNvSpPr txBox="1"/>
          <p:nvPr/>
        </p:nvSpPr>
        <p:spPr>
          <a:xfrm>
            <a:off x="9182100" y="30099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252A30"/>
                </a:solidFill>
                <a:latin typeface="Aptos" panose="020B0004020202020204" pitchFamily="34" charset="0"/>
              </a:rPr>
              <a:t>ANALYZE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CC638E-87BF-9D9C-781D-6B8D3C455B2D}"/>
              </a:ext>
            </a:extLst>
          </p:cNvPr>
          <p:cNvSpPr txBox="1"/>
          <p:nvPr/>
        </p:nvSpPr>
        <p:spPr>
          <a:xfrm>
            <a:off x="9182100" y="3505200"/>
            <a:ext cx="20828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E747A"/>
                </a:solidFill>
                <a:latin typeface="Aptos" panose="020B0004020202020204" pitchFamily="34" charset="0"/>
              </a:rPr>
              <a:t>Read Gantt tracks, process
times and aggregate metrics</a:t>
            </a:r>
            <a:endParaRPr lang="en-IN" sz="13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4D1A44F-F0D9-23CE-41F8-1EE800D15D3A}"/>
              </a:ext>
            </a:extLst>
          </p:cNvPr>
          <p:cNvSpPr/>
          <p:nvPr/>
        </p:nvSpPr>
        <p:spPr>
          <a:xfrm>
            <a:off x="660400" y="5461000"/>
            <a:ext cx="10871200" cy="584200"/>
          </a:xfrm>
          <a:prstGeom prst="roundRect">
            <a:avLst/>
          </a:prstGeom>
          <a:solidFill>
            <a:srgbClr val="E7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5624E-7A11-83CA-6378-F8FB97D33281}"/>
              </a:ext>
            </a:extLst>
          </p:cNvPr>
          <p:cNvSpPr txBox="1"/>
          <p:nvPr/>
        </p:nvSpPr>
        <p:spPr>
          <a:xfrm>
            <a:off x="889000" y="5638800"/>
            <a:ext cx="1041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506DB0"/>
                </a:solidFill>
                <a:latin typeface="Aptos" panose="020B0004020202020204" pitchFamily="34" charset="0"/>
              </a:rPr>
              <a:t>LONG-TERM  Job pool  &gt;  admission / batch capacity  &gt;  ready queue  &gt;  SHORT-TERM  CPU scheduler</a:t>
            </a:r>
            <a:endParaRPr lang="en-IN" sz="1300" b="1">
              <a:solidFill>
                <a:srgbClr val="506DB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128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326059-5D0F-929A-DB17-21B7AC1D777B}"/>
              </a:ext>
            </a:extLst>
          </p:cNvPr>
          <p:cNvSpPr txBox="1"/>
          <p:nvPr/>
        </p:nvSpPr>
        <p:spPr>
          <a:xfrm>
            <a:off x="660400" y="3048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 dirty="0">
                <a:solidFill>
                  <a:srgbClr val="D9795F"/>
                </a:solidFill>
                <a:latin typeface="Aptos" panose="020B0004020202020204" pitchFamily="34" charset="0"/>
              </a:rPr>
              <a:t>03 /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7859E-9663-FB6B-0F0C-B29DF3D6B7C6}"/>
              </a:ext>
            </a:extLst>
          </p:cNvPr>
          <p:cNvSpPr txBox="1"/>
          <p:nvPr/>
        </p:nvSpPr>
        <p:spPr>
          <a:xfrm>
            <a:off x="660400" y="5969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 dirty="0">
                <a:solidFill>
                  <a:srgbClr val="252A30"/>
                </a:solidFill>
                <a:latin typeface="Aptos" panose="020B0004020202020204" pitchFamily="34" charset="0"/>
              </a:rPr>
              <a:t>SCHEDULING ALGORITHMS</a:t>
            </a:r>
            <a:endParaRPr lang="en-IN" sz="2700" b="1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32513-B69E-CB42-5230-7172FA9102D8}"/>
              </a:ext>
            </a:extLst>
          </p:cNvPr>
          <p:cNvSpPr txBox="1"/>
          <p:nvPr/>
        </p:nvSpPr>
        <p:spPr>
          <a:xfrm>
            <a:off x="660400" y="6477000"/>
            <a:ext cx="419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47A"/>
                </a:solidFill>
                <a:latin typeface="Aptos" panose="020B0004020202020204" pitchFamily="34" charset="0"/>
              </a:rPr>
              <a:t>CPU SCHEDULING SIMULATOR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DB0E4-CE3F-DB89-AD5E-13F980BF493B}"/>
              </a:ext>
            </a:extLst>
          </p:cNvPr>
          <p:cNvSpPr txBox="1"/>
          <p:nvPr/>
        </p:nvSpPr>
        <p:spPr>
          <a:xfrm>
            <a:off x="10033000" y="6477000"/>
            <a:ext cx="1714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APP PROJECT  /  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DA2B0-E8BC-985F-0C25-8121529109A2}"/>
              </a:ext>
            </a:extLst>
          </p:cNvPr>
          <p:cNvSpPr txBox="1"/>
          <p:nvPr/>
        </p:nvSpPr>
        <p:spPr>
          <a:xfrm>
            <a:off x="660400" y="12954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6E747A"/>
                </a:solidFill>
                <a:latin typeface="Aptos" panose="020B0004020202020204" pitchFamily="34" charset="0"/>
              </a:rPr>
              <a:t>Switch policies over the same workload to see how scheduling rules affect execution order and wait time.</a:t>
            </a:r>
            <a:endParaRPr lang="en-IN" sz="16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B7DFAA-AED9-320D-55BB-7F1BC6591650}"/>
              </a:ext>
            </a:extLst>
          </p:cNvPr>
          <p:cNvSpPr/>
          <p:nvPr/>
        </p:nvSpPr>
        <p:spPr>
          <a:xfrm>
            <a:off x="660400" y="2032000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2AA2FA-F751-F1CE-65F8-FC9853225763}"/>
              </a:ext>
            </a:extLst>
          </p:cNvPr>
          <p:cNvSpPr/>
          <p:nvPr/>
        </p:nvSpPr>
        <p:spPr>
          <a:xfrm>
            <a:off x="660400" y="2032000"/>
            <a:ext cx="63500" cy="10668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1E36E-50A7-F259-F7C5-4831651EC1E7}"/>
              </a:ext>
            </a:extLst>
          </p:cNvPr>
          <p:cNvSpPr txBox="1"/>
          <p:nvPr/>
        </p:nvSpPr>
        <p:spPr>
          <a:xfrm>
            <a:off x="876300" y="22098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FCFS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8B4E4D-C8C0-6DAF-C2C0-D9803A950F22}"/>
              </a:ext>
            </a:extLst>
          </p:cNvPr>
          <p:cNvSpPr txBox="1"/>
          <p:nvPr/>
        </p:nvSpPr>
        <p:spPr>
          <a:xfrm>
            <a:off x="876300" y="25527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>
                <a:solidFill>
                  <a:srgbClr val="6E747A"/>
                </a:solidFill>
                <a:latin typeface="Aptos" panose="020B0004020202020204" pitchFamily="34" charset="0"/>
              </a:rPr>
              <a:t>First in, first out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3FEA80-96E3-3C71-E5C7-254F5F750CBD}"/>
              </a:ext>
            </a:extLst>
          </p:cNvPr>
          <p:cNvSpPr/>
          <p:nvPr/>
        </p:nvSpPr>
        <p:spPr>
          <a:xfrm>
            <a:off x="4305300" y="2032000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6FBA1A-A83E-AC85-3D12-BA3A6BFD9184}"/>
              </a:ext>
            </a:extLst>
          </p:cNvPr>
          <p:cNvSpPr/>
          <p:nvPr/>
        </p:nvSpPr>
        <p:spPr>
          <a:xfrm>
            <a:off x="4305300" y="2032000"/>
            <a:ext cx="63500" cy="10668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5680D0-1F56-679A-EAD4-0D870A5D81B1}"/>
              </a:ext>
            </a:extLst>
          </p:cNvPr>
          <p:cNvSpPr txBox="1"/>
          <p:nvPr/>
        </p:nvSpPr>
        <p:spPr>
          <a:xfrm>
            <a:off x="4521200" y="22098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SJF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E3BC74-5A5E-71E3-EED5-1FFF503AD0E1}"/>
              </a:ext>
            </a:extLst>
          </p:cNvPr>
          <p:cNvSpPr txBox="1"/>
          <p:nvPr/>
        </p:nvSpPr>
        <p:spPr>
          <a:xfrm>
            <a:off x="4521200" y="25527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>
                <a:solidFill>
                  <a:srgbClr val="6E747A"/>
                </a:solidFill>
                <a:latin typeface="Aptos" panose="020B0004020202020204" pitchFamily="34" charset="0"/>
              </a:rPr>
              <a:t>Shortest total burst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1BAB22-6DD7-3E20-317C-65E2C4DAC597}"/>
              </a:ext>
            </a:extLst>
          </p:cNvPr>
          <p:cNvSpPr/>
          <p:nvPr/>
        </p:nvSpPr>
        <p:spPr>
          <a:xfrm>
            <a:off x="7950200" y="2032000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B820B-B6C1-04F6-A80B-49B4EF507C4F}"/>
              </a:ext>
            </a:extLst>
          </p:cNvPr>
          <p:cNvSpPr/>
          <p:nvPr/>
        </p:nvSpPr>
        <p:spPr>
          <a:xfrm>
            <a:off x="7950200" y="2032000"/>
            <a:ext cx="63500" cy="10668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0BAEEF-9BA7-153C-9C34-FB73E43703A5}"/>
              </a:ext>
            </a:extLst>
          </p:cNvPr>
          <p:cNvSpPr txBox="1"/>
          <p:nvPr/>
        </p:nvSpPr>
        <p:spPr>
          <a:xfrm>
            <a:off x="8166100" y="22098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SRTF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51A4D4-457C-ACDA-7AB3-F3FC5DF39F2C}"/>
              </a:ext>
            </a:extLst>
          </p:cNvPr>
          <p:cNvSpPr txBox="1"/>
          <p:nvPr/>
        </p:nvSpPr>
        <p:spPr>
          <a:xfrm>
            <a:off x="8166100" y="25527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>
                <a:solidFill>
                  <a:srgbClr val="6E747A"/>
                </a:solidFill>
                <a:latin typeface="Aptos" panose="020B0004020202020204" pitchFamily="34" charset="0"/>
              </a:rPr>
              <a:t>Shortest remaining time; preemptive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8BDEC6B-E051-4466-AB91-9F7FD894A90F}"/>
              </a:ext>
            </a:extLst>
          </p:cNvPr>
          <p:cNvSpPr/>
          <p:nvPr/>
        </p:nvSpPr>
        <p:spPr>
          <a:xfrm>
            <a:off x="660400" y="3327400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439BD9-8559-BCCB-DEFA-F0C62368CE67}"/>
              </a:ext>
            </a:extLst>
          </p:cNvPr>
          <p:cNvSpPr/>
          <p:nvPr/>
        </p:nvSpPr>
        <p:spPr>
          <a:xfrm>
            <a:off x="660400" y="3327400"/>
            <a:ext cx="63500" cy="10668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05A1C4-040A-6BBD-1F37-459FE573BFA9}"/>
              </a:ext>
            </a:extLst>
          </p:cNvPr>
          <p:cNvSpPr txBox="1"/>
          <p:nvPr/>
        </p:nvSpPr>
        <p:spPr>
          <a:xfrm>
            <a:off x="876300" y="35052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ROUND ROBIN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A409FC-67B1-C62C-10A8-547511E60701}"/>
              </a:ext>
            </a:extLst>
          </p:cNvPr>
          <p:cNvSpPr txBox="1"/>
          <p:nvPr/>
        </p:nvSpPr>
        <p:spPr>
          <a:xfrm>
            <a:off x="876300" y="38481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>
                <a:solidFill>
                  <a:srgbClr val="6E747A"/>
                </a:solidFill>
                <a:latin typeface="Aptos" panose="020B0004020202020204" pitchFamily="34" charset="0"/>
              </a:rPr>
              <a:t>Circular time slices (quantum)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B9B57E8-18F7-EBF9-46E9-4055E4A43385}"/>
              </a:ext>
            </a:extLst>
          </p:cNvPr>
          <p:cNvSpPr/>
          <p:nvPr/>
        </p:nvSpPr>
        <p:spPr>
          <a:xfrm>
            <a:off x="4305300" y="3327400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60EE90-5C4A-C476-A8FD-7B335E73C726}"/>
              </a:ext>
            </a:extLst>
          </p:cNvPr>
          <p:cNvSpPr/>
          <p:nvPr/>
        </p:nvSpPr>
        <p:spPr>
          <a:xfrm>
            <a:off x="4305300" y="3327400"/>
            <a:ext cx="63500" cy="10668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5436B6-5AE5-E90C-1CB2-23402480B14C}"/>
              </a:ext>
            </a:extLst>
          </p:cNvPr>
          <p:cNvSpPr txBox="1"/>
          <p:nvPr/>
        </p:nvSpPr>
        <p:spPr>
          <a:xfrm>
            <a:off x="4521200" y="35052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PRIORITY (NP)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2B38FF-D514-2E62-9B28-9684E6CA27E1}"/>
              </a:ext>
            </a:extLst>
          </p:cNvPr>
          <p:cNvSpPr txBox="1"/>
          <p:nvPr/>
        </p:nvSpPr>
        <p:spPr>
          <a:xfrm>
            <a:off x="4521200" y="38481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>
                <a:solidFill>
                  <a:srgbClr val="6E747A"/>
                </a:solidFill>
                <a:latin typeface="Aptos" panose="020B0004020202020204" pitchFamily="34" charset="0"/>
              </a:rPr>
              <a:t>Priority, non-preemptive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EAFCABF-2095-81FA-241B-C968FBD33042}"/>
              </a:ext>
            </a:extLst>
          </p:cNvPr>
          <p:cNvSpPr/>
          <p:nvPr/>
        </p:nvSpPr>
        <p:spPr>
          <a:xfrm>
            <a:off x="7950200" y="3327400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5E1560-4196-176D-12D9-05B06BE648B3}"/>
              </a:ext>
            </a:extLst>
          </p:cNvPr>
          <p:cNvSpPr/>
          <p:nvPr/>
        </p:nvSpPr>
        <p:spPr>
          <a:xfrm>
            <a:off x="7950200" y="3327400"/>
            <a:ext cx="63500" cy="10668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84DE5E-1B56-8A5A-D480-F2DB49A1C951}"/>
              </a:ext>
            </a:extLst>
          </p:cNvPr>
          <p:cNvSpPr txBox="1"/>
          <p:nvPr/>
        </p:nvSpPr>
        <p:spPr>
          <a:xfrm>
            <a:off x="8166100" y="35052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PRIORITY (P)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33CA3A-EF86-950B-9D2A-E4B5954DEBCD}"/>
              </a:ext>
            </a:extLst>
          </p:cNvPr>
          <p:cNvSpPr txBox="1"/>
          <p:nvPr/>
        </p:nvSpPr>
        <p:spPr>
          <a:xfrm>
            <a:off x="8166100" y="38481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>
                <a:solidFill>
                  <a:srgbClr val="6E747A"/>
                </a:solidFill>
                <a:latin typeface="Aptos" panose="020B0004020202020204" pitchFamily="34" charset="0"/>
              </a:rPr>
              <a:t>Priority, preemptive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C18F52-96AC-16FC-3DAC-290FF71C4966}"/>
              </a:ext>
            </a:extLst>
          </p:cNvPr>
          <p:cNvSpPr/>
          <p:nvPr/>
        </p:nvSpPr>
        <p:spPr>
          <a:xfrm>
            <a:off x="660400" y="4622800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08447F-6D14-8512-7436-3298413D2F65}"/>
              </a:ext>
            </a:extLst>
          </p:cNvPr>
          <p:cNvSpPr/>
          <p:nvPr/>
        </p:nvSpPr>
        <p:spPr>
          <a:xfrm>
            <a:off x="660400" y="4622800"/>
            <a:ext cx="63500" cy="10668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007600-126C-84A2-247D-AC0913976D74}"/>
              </a:ext>
            </a:extLst>
          </p:cNvPr>
          <p:cNvSpPr txBox="1"/>
          <p:nvPr/>
        </p:nvSpPr>
        <p:spPr>
          <a:xfrm>
            <a:off x="876300" y="48006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MLFQ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5B0BD7-EEFA-F5D9-AA91-B1677249DCDE}"/>
              </a:ext>
            </a:extLst>
          </p:cNvPr>
          <p:cNvSpPr txBox="1"/>
          <p:nvPr/>
        </p:nvSpPr>
        <p:spPr>
          <a:xfrm>
            <a:off x="876300" y="51435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>
                <a:solidFill>
                  <a:srgbClr val="6E747A"/>
                </a:solidFill>
                <a:latin typeface="Aptos" panose="020B0004020202020204" pitchFamily="34" charset="0"/>
              </a:rPr>
              <a:t>Feedback queues with aging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C29EDCF-5409-962F-6E51-8184FA79D729}"/>
              </a:ext>
            </a:extLst>
          </p:cNvPr>
          <p:cNvSpPr/>
          <p:nvPr/>
        </p:nvSpPr>
        <p:spPr>
          <a:xfrm>
            <a:off x="4305300" y="4622800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03AD73-1BAA-F106-3E70-DC09ECCCEE6F}"/>
              </a:ext>
            </a:extLst>
          </p:cNvPr>
          <p:cNvSpPr/>
          <p:nvPr/>
        </p:nvSpPr>
        <p:spPr>
          <a:xfrm>
            <a:off x="4305300" y="4622800"/>
            <a:ext cx="63500" cy="10668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C5F1BB-7760-866D-7BBC-4949A04B5EC9}"/>
              </a:ext>
            </a:extLst>
          </p:cNvPr>
          <p:cNvSpPr txBox="1"/>
          <p:nvPr/>
        </p:nvSpPr>
        <p:spPr>
          <a:xfrm>
            <a:off x="4521200" y="48006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EDF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0442B4-BEFB-246F-BBB6-550B352BB001}"/>
              </a:ext>
            </a:extLst>
          </p:cNvPr>
          <p:cNvSpPr txBox="1"/>
          <p:nvPr/>
        </p:nvSpPr>
        <p:spPr>
          <a:xfrm>
            <a:off x="4521200" y="51435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>
                <a:solidFill>
                  <a:srgbClr val="6E747A"/>
                </a:solidFill>
                <a:latin typeface="Aptos" panose="020B0004020202020204" pitchFamily="34" charset="0"/>
              </a:rPr>
              <a:t>Nearest deadline first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390541B-E43D-0E50-2AC5-6AF29A96607D}"/>
              </a:ext>
            </a:extLst>
          </p:cNvPr>
          <p:cNvSpPr/>
          <p:nvPr/>
        </p:nvSpPr>
        <p:spPr>
          <a:xfrm>
            <a:off x="7950200" y="4622800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70C8E2-A61E-1607-9F2E-92C5D9A8684F}"/>
              </a:ext>
            </a:extLst>
          </p:cNvPr>
          <p:cNvSpPr/>
          <p:nvPr/>
        </p:nvSpPr>
        <p:spPr>
          <a:xfrm>
            <a:off x="7950200" y="4622800"/>
            <a:ext cx="63500" cy="10668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212087-5DBF-EDF2-F893-D668A49F91B7}"/>
              </a:ext>
            </a:extLst>
          </p:cNvPr>
          <p:cNvSpPr txBox="1"/>
          <p:nvPr/>
        </p:nvSpPr>
        <p:spPr>
          <a:xfrm>
            <a:off x="8166100" y="48006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CFS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EED97A-7CDA-E8BF-44CD-1F36BBB56365}"/>
              </a:ext>
            </a:extLst>
          </p:cNvPr>
          <p:cNvSpPr txBox="1"/>
          <p:nvPr/>
        </p:nvSpPr>
        <p:spPr>
          <a:xfrm>
            <a:off x="8166100" y="5143500"/>
            <a:ext cx="298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>
                <a:solidFill>
                  <a:srgbClr val="6E747A"/>
                </a:solidFill>
                <a:latin typeface="Aptos" panose="020B0004020202020204" pitchFamily="34" charset="0"/>
              </a:rPr>
              <a:t>Linux-style virtual runtime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76CE48-9314-AA3E-0218-1324DA4B01CC}"/>
              </a:ext>
            </a:extLst>
          </p:cNvPr>
          <p:cNvSpPr txBox="1"/>
          <p:nvPr/>
        </p:nvSpPr>
        <p:spPr>
          <a:xfrm>
            <a:off x="660400" y="60325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E747A"/>
                </a:solidFill>
                <a:latin typeface="Aptos" panose="020B0004020202020204" pitchFamily="34" charset="0"/>
              </a:rPr>
              <a:t>Policy details and descriptions are built into the simulator; available settings vary by policy.</a:t>
            </a:r>
            <a:endParaRPr lang="en-IN" sz="11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291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10C74B-B960-D27B-3C89-A6B90799417E}"/>
              </a:ext>
            </a:extLst>
          </p:cNvPr>
          <p:cNvSpPr txBox="1"/>
          <p:nvPr/>
        </p:nvSpPr>
        <p:spPr>
          <a:xfrm>
            <a:off x="660400" y="3048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D9795F"/>
                </a:solidFill>
                <a:latin typeface="Aptos" panose="020B0004020202020204" pitchFamily="34" charset="0"/>
              </a:rPr>
              <a:t>04 / VISUAL ANALYTICS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BC180-4577-DDB3-B444-1202E134D1AD}"/>
              </a:ext>
            </a:extLst>
          </p:cNvPr>
          <p:cNvSpPr txBox="1"/>
          <p:nvPr/>
        </p:nvSpPr>
        <p:spPr>
          <a:xfrm>
            <a:off x="660400" y="5969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 dirty="0">
                <a:solidFill>
                  <a:srgbClr val="252A30"/>
                </a:solidFill>
                <a:latin typeface="Aptos" panose="020B0004020202020204" pitchFamily="34" charset="0"/>
              </a:rPr>
              <a:t>ANALYTICS</a:t>
            </a:r>
            <a:endParaRPr lang="en-IN" sz="2700" b="1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03051-2FCF-699D-17D8-6A19CC0456D7}"/>
              </a:ext>
            </a:extLst>
          </p:cNvPr>
          <p:cNvSpPr txBox="1"/>
          <p:nvPr/>
        </p:nvSpPr>
        <p:spPr>
          <a:xfrm>
            <a:off x="660400" y="6477000"/>
            <a:ext cx="419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47A"/>
                </a:solidFill>
                <a:latin typeface="Aptos" panose="020B0004020202020204" pitchFamily="34" charset="0"/>
              </a:rPr>
              <a:t>CPU SCHEDULING SIMULATOR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1B50B-BAA4-25A0-ABFD-6A91C0780281}"/>
              </a:ext>
            </a:extLst>
          </p:cNvPr>
          <p:cNvSpPr txBox="1"/>
          <p:nvPr/>
        </p:nvSpPr>
        <p:spPr>
          <a:xfrm>
            <a:off x="10033000" y="6477000"/>
            <a:ext cx="1714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APP PROJECT  /  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BA7A7D-EF4D-7AAB-45E1-D35D4C894586}"/>
              </a:ext>
            </a:extLst>
          </p:cNvPr>
          <p:cNvSpPr/>
          <p:nvPr/>
        </p:nvSpPr>
        <p:spPr>
          <a:xfrm>
            <a:off x="660400" y="1422400"/>
            <a:ext cx="5207000" cy="196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3FEC9A-3509-592E-55C4-AA9A40459444}"/>
              </a:ext>
            </a:extLst>
          </p:cNvPr>
          <p:cNvSpPr/>
          <p:nvPr/>
        </p:nvSpPr>
        <p:spPr>
          <a:xfrm>
            <a:off x="660400" y="1422400"/>
            <a:ext cx="63500" cy="19685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92EFD-2F08-6022-CAE2-1E86620B63A5}"/>
              </a:ext>
            </a:extLst>
          </p:cNvPr>
          <p:cNvSpPr txBox="1"/>
          <p:nvPr/>
        </p:nvSpPr>
        <p:spPr>
          <a:xfrm>
            <a:off x="914400" y="1625600"/>
            <a:ext cx="4724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Synchronized Gantt views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6F01A-E7A7-8E2C-563C-E60CB1D64D21}"/>
              </a:ext>
            </a:extLst>
          </p:cNvPr>
          <p:cNvSpPr txBox="1"/>
          <p:nvPr/>
        </p:nvSpPr>
        <p:spPr>
          <a:xfrm>
            <a:off x="914400" y="2044700"/>
            <a:ext cx="4724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6E747A"/>
                </a:solidFill>
                <a:latin typeface="Aptos" panose="020B0004020202020204" pitchFamily="34" charset="0"/>
              </a:rPr>
              <a:t>Dual-tier job admission + CPU execution
CPU-only timeline
Per-process lifecycle swimlanes</a:t>
            </a:r>
            <a:endParaRPr lang="en-IN" sz="14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E2DEC5-809B-D99C-3E8A-A46B8B5BA161}"/>
              </a:ext>
            </a:extLst>
          </p:cNvPr>
          <p:cNvSpPr/>
          <p:nvPr/>
        </p:nvSpPr>
        <p:spPr>
          <a:xfrm>
            <a:off x="6223000" y="1422400"/>
            <a:ext cx="5308600" cy="196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BB5781-2DD8-1FAD-D4B6-408E3F69ABCD}"/>
              </a:ext>
            </a:extLst>
          </p:cNvPr>
          <p:cNvSpPr/>
          <p:nvPr/>
        </p:nvSpPr>
        <p:spPr>
          <a:xfrm>
            <a:off x="6223000" y="1422400"/>
            <a:ext cx="63500" cy="1968500"/>
          </a:xfrm>
          <a:prstGeom prst="rect">
            <a:avLst/>
          </a:prstGeom>
          <a:solidFill>
            <a:srgbClr val="D979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E19380-EB3B-89A3-3D4F-EE7A359EBC65}"/>
              </a:ext>
            </a:extLst>
          </p:cNvPr>
          <p:cNvSpPr txBox="1"/>
          <p:nvPr/>
        </p:nvSpPr>
        <p:spPr>
          <a:xfrm>
            <a:off x="6477000" y="1625600"/>
            <a:ext cx="482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Simulation controls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CF5073-44B1-9C8B-4ABD-FFF06591CCB0}"/>
              </a:ext>
            </a:extLst>
          </p:cNvPr>
          <p:cNvSpPr txBox="1"/>
          <p:nvPr/>
        </p:nvSpPr>
        <p:spPr>
          <a:xfrm>
            <a:off x="6477000" y="2044700"/>
            <a:ext cx="482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6E747A"/>
                </a:solidFill>
                <a:latin typeface="Aptos" panose="020B0004020202020204" pitchFamily="34" charset="0"/>
              </a:rPr>
              <a:t>Play, pause and step through time
Adjust timeline scale and view mode
Inspect running process and ready queue</a:t>
            </a:r>
            <a:endParaRPr lang="en-IN" sz="14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81412-C134-73B9-E24C-244764A0776B}"/>
              </a:ext>
            </a:extLst>
          </p:cNvPr>
          <p:cNvSpPr txBox="1"/>
          <p:nvPr/>
        </p:nvSpPr>
        <p:spPr>
          <a:xfrm>
            <a:off x="660400" y="3835400"/>
            <a:ext cx="381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D9795F"/>
                </a:solidFill>
                <a:latin typeface="Aptos" panose="020B0004020202020204" pitchFamily="34" charset="0"/>
              </a:rPr>
              <a:t>CORE METRICS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0F294CE-A03B-E7DF-F2D3-C1D5483F3670}"/>
              </a:ext>
            </a:extLst>
          </p:cNvPr>
          <p:cNvSpPr/>
          <p:nvPr/>
        </p:nvSpPr>
        <p:spPr>
          <a:xfrm>
            <a:off x="660400" y="4305300"/>
            <a:ext cx="3429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2E360B-291D-C67B-4A4B-5FFA02426E38}"/>
              </a:ext>
            </a:extLst>
          </p:cNvPr>
          <p:cNvSpPr txBox="1"/>
          <p:nvPr/>
        </p:nvSpPr>
        <p:spPr>
          <a:xfrm>
            <a:off x="812800" y="43942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252A30"/>
                </a:solidFill>
                <a:latin typeface="Aptos" panose="020B0004020202020204" pitchFamily="34" charset="0"/>
              </a:rPr>
              <a:t>Completion (CT)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1ADF53-7F62-9778-1CEC-9DC83CD01616}"/>
              </a:ext>
            </a:extLst>
          </p:cNvPr>
          <p:cNvSpPr txBox="1"/>
          <p:nvPr/>
        </p:nvSpPr>
        <p:spPr>
          <a:xfrm>
            <a:off x="812800" y="4635500"/>
            <a:ext cx="3111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>
                <a:solidFill>
                  <a:srgbClr val="6E747A"/>
                </a:solidFill>
                <a:latin typeface="Aptos" panose="020B0004020202020204" pitchFamily="34" charset="0"/>
              </a:rPr>
              <a:t>Time a process finishes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DDE10F4-2C89-14DC-034D-2D193D785009}"/>
              </a:ext>
            </a:extLst>
          </p:cNvPr>
          <p:cNvSpPr/>
          <p:nvPr/>
        </p:nvSpPr>
        <p:spPr>
          <a:xfrm>
            <a:off x="4305300" y="4305300"/>
            <a:ext cx="3429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560298-4AAD-2716-BF14-4FE03BDFC904}"/>
              </a:ext>
            </a:extLst>
          </p:cNvPr>
          <p:cNvSpPr txBox="1"/>
          <p:nvPr/>
        </p:nvSpPr>
        <p:spPr>
          <a:xfrm>
            <a:off x="4457700" y="43942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252A30"/>
                </a:solidFill>
                <a:latin typeface="Aptos" panose="020B0004020202020204" pitchFamily="34" charset="0"/>
              </a:rPr>
              <a:t>Turnaround (TAT)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0134AD-281B-5F8D-E0E3-52AC117F1809}"/>
              </a:ext>
            </a:extLst>
          </p:cNvPr>
          <p:cNvSpPr txBox="1"/>
          <p:nvPr/>
        </p:nvSpPr>
        <p:spPr>
          <a:xfrm>
            <a:off x="4457700" y="4635500"/>
            <a:ext cx="3111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>
                <a:solidFill>
                  <a:srgbClr val="6E747A"/>
                </a:solidFill>
                <a:latin typeface="Aptos" panose="020B0004020202020204" pitchFamily="34" charset="0"/>
              </a:rPr>
              <a:t>CT - arrival time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C81532-B1D1-0161-6DD2-8CCC3641BC60}"/>
              </a:ext>
            </a:extLst>
          </p:cNvPr>
          <p:cNvSpPr/>
          <p:nvPr/>
        </p:nvSpPr>
        <p:spPr>
          <a:xfrm>
            <a:off x="7950200" y="4305300"/>
            <a:ext cx="3429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07F8F-CD3D-21C5-C8A8-26CA80A8218E}"/>
              </a:ext>
            </a:extLst>
          </p:cNvPr>
          <p:cNvSpPr txBox="1"/>
          <p:nvPr/>
        </p:nvSpPr>
        <p:spPr>
          <a:xfrm>
            <a:off x="8102600" y="43942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252A30"/>
                </a:solidFill>
                <a:latin typeface="Aptos" panose="020B0004020202020204" pitchFamily="34" charset="0"/>
              </a:rPr>
              <a:t>Waiting (WT)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229720-593C-B0E8-C1FB-9A5CF2FB440C}"/>
              </a:ext>
            </a:extLst>
          </p:cNvPr>
          <p:cNvSpPr txBox="1"/>
          <p:nvPr/>
        </p:nvSpPr>
        <p:spPr>
          <a:xfrm>
            <a:off x="8102600" y="4635500"/>
            <a:ext cx="3111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>
                <a:solidFill>
                  <a:srgbClr val="6E747A"/>
                </a:solidFill>
                <a:latin typeface="Aptos" panose="020B0004020202020204" pitchFamily="34" charset="0"/>
              </a:rPr>
              <a:t>TAT - CPU burst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DD08F9F-983E-F289-7A52-D84D9FC07C6A}"/>
              </a:ext>
            </a:extLst>
          </p:cNvPr>
          <p:cNvSpPr/>
          <p:nvPr/>
        </p:nvSpPr>
        <p:spPr>
          <a:xfrm>
            <a:off x="660400" y="5029200"/>
            <a:ext cx="3429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C56764-D195-9D0D-C2C7-C8FFFE9D0D81}"/>
              </a:ext>
            </a:extLst>
          </p:cNvPr>
          <p:cNvSpPr txBox="1"/>
          <p:nvPr/>
        </p:nvSpPr>
        <p:spPr>
          <a:xfrm>
            <a:off x="812800" y="51181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252A30"/>
                </a:solidFill>
                <a:latin typeface="Aptos" panose="020B0004020202020204" pitchFamily="34" charset="0"/>
              </a:rPr>
              <a:t>Response (RT)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0550BF-C8C6-8C37-259C-B163E6AD4CC4}"/>
              </a:ext>
            </a:extLst>
          </p:cNvPr>
          <p:cNvSpPr txBox="1"/>
          <p:nvPr/>
        </p:nvSpPr>
        <p:spPr>
          <a:xfrm>
            <a:off x="812800" y="5359400"/>
            <a:ext cx="3111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>
                <a:solidFill>
                  <a:srgbClr val="6E747A"/>
                </a:solidFill>
                <a:latin typeface="Aptos" panose="020B0004020202020204" pitchFamily="34" charset="0"/>
              </a:rPr>
              <a:t>First run - arrival time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29A79E-035F-D396-C04D-5F70518B4B1D}"/>
              </a:ext>
            </a:extLst>
          </p:cNvPr>
          <p:cNvSpPr/>
          <p:nvPr/>
        </p:nvSpPr>
        <p:spPr>
          <a:xfrm>
            <a:off x="4305300" y="5029200"/>
            <a:ext cx="3429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B4E01F-DF27-9520-7580-B4BF8E445D17}"/>
              </a:ext>
            </a:extLst>
          </p:cNvPr>
          <p:cNvSpPr txBox="1"/>
          <p:nvPr/>
        </p:nvSpPr>
        <p:spPr>
          <a:xfrm>
            <a:off x="4457700" y="51181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252A30"/>
                </a:solidFill>
                <a:latin typeface="Aptos" panose="020B0004020202020204" pitchFamily="34" charset="0"/>
              </a:rPr>
              <a:t>CPU utilization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A45677-193F-4772-6903-F0F1ECB4DD3F}"/>
              </a:ext>
            </a:extLst>
          </p:cNvPr>
          <p:cNvSpPr txBox="1"/>
          <p:nvPr/>
        </p:nvSpPr>
        <p:spPr>
          <a:xfrm>
            <a:off x="4457700" y="5359400"/>
            <a:ext cx="3111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6E747A"/>
                </a:solidFill>
                <a:latin typeface="Aptos" panose="020B0004020202020204" pitchFamily="34" charset="0"/>
              </a:rPr>
              <a:t>Busy time / total elapsed time</a:t>
            </a:r>
            <a:endParaRPr lang="en-IN" sz="10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B7E1828-2918-9CCE-CCBB-396E666C60B9}"/>
              </a:ext>
            </a:extLst>
          </p:cNvPr>
          <p:cNvSpPr/>
          <p:nvPr/>
        </p:nvSpPr>
        <p:spPr>
          <a:xfrm>
            <a:off x="7950200" y="5029200"/>
            <a:ext cx="3429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98F362-5DB3-49D4-D46A-4A7938331486}"/>
              </a:ext>
            </a:extLst>
          </p:cNvPr>
          <p:cNvSpPr txBox="1"/>
          <p:nvPr/>
        </p:nvSpPr>
        <p:spPr>
          <a:xfrm>
            <a:off x="8102600" y="51181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252A30"/>
                </a:solidFill>
                <a:latin typeface="Aptos" panose="020B0004020202020204" pitchFamily="34" charset="0"/>
              </a:rPr>
              <a:t>Throughput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261903-84F8-5247-C91E-C46AF0D0B32F}"/>
              </a:ext>
            </a:extLst>
          </p:cNvPr>
          <p:cNvSpPr txBox="1"/>
          <p:nvPr/>
        </p:nvSpPr>
        <p:spPr>
          <a:xfrm>
            <a:off x="8102600" y="5359400"/>
            <a:ext cx="3111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6E747A"/>
                </a:solidFill>
                <a:latin typeface="Aptos" panose="020B0004020202020204" pitchFamily="34" charset="0"/>
              </a:rPr>
              <a:t>Completed processes per time unit</a:t>
            </a:r>
            <a:endParaRPr lang="en-IN" sz="10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015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58DC8F-AD24-69B6-7A59-EAFC8E70CAE0}"/>
              </a:ext>
            </a:extLst>
          </p:cNvPr>
          <p:cNvSpPr txBox="1"/>
          <p:nvPr/>
        </p:nvSpPr>
        <p:spPr>
          <a:xfrm>
            <a:off x="660400" y="3048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D9795F"/>
                </a:solidFill>
                <a:latin typeface="Aptos" panose="020B0004020202020204" pitchFamily="34" charset="0"/>
              </a:rPr>
              <a:t>05 / INTEGRATED JOB SIMULATOR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A02FD0-B5E5-C668-F18A-544A7A8FEA2D}"/>
              </a:ext>
            </a:extLst>
          </p:cNvPr>
          <p:cNvSpPr txBox="1"/>
          <p:nvPr/>
        </p:nvSpPr>
        <p:spPr>
          <a:xfrm>
            <a:off x="660400" y="5969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 dirty="0">
                <a:solidFill>
                  <a:srgbClr val="252A30"/>
                </a:solidFill>
                <a:latin typeface="Aptos" panose="020B0004020202020204" pitchFamily="34" charset="0"/>
              </a:rPr>
              <a:t>JOBS AND PROCESSES</a:t>
            </a:r>
            <a:endParaRPr lang="en-IN" sz="2700" b="1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0CAAC-2DC7-5B8F-39C2-228F36503FAB}"/>
              </a:ext>
            </a:extLst>
          </p:cNvPr>
          <p:cNvSpPr txBox="1"/>
          <p:nvPr/>
        </p:nvSpPr>
        <p:spPr>
          <a:xfrm>
            <a:off x="660400" y="6477000"/>
            <a:ext cx="419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47A"/>
                </a:solidFill>
                <a:latin typeface="Aptos" panose="020B0004020202020204" pitchFamily="34" charset="0"/>
              </a:rPr>
              <a:t>CPU SCHEDULING SIMULATOR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5A6EB-C944-6E69-191C-648C7F49C97E}"/>
              </a:ext>
            </a:extLst>
          </p:cNvPr>
          <p:cNvSpPr txBox="1"/>
          <p:nvPr/>
        </p:nvSpPr>
        <p:spPr>
          <a:xfrm>
            <a:off x="10033000" y="6477000"/>
            <a:ext cx="1714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APP PROJECT  /  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F1C0C1-9EF2-85C7-0E09-EFE06C846E59}"/>
              </a:ext>
            </a:extLst>
          </p:cNvPr>
          <p:cNvSpPr txBox="1"/>
          <p:nvPr/>
        </p:nvSpPr>
        <p:spPr>
          <a:xfrm>
            <a:off x="660400" y="1308100"/>
            <a:ext cx="10604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6E747A"/>
                </a:solidFill>
                <a:latin typeface="Aptos" panose="020B0004020202020204" pitchFamily="34" charset="0"/>
              </a:rPr>
              <a:t>Connect higher-level job admission with short-term CPU scheduling, and use measured local program runtimes as burst estimates.</a:t>
            </a:r>
            <a:endParaRPr lang="en-IN" sz="16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E86EA5-5125-412F-34D8-897E24611BC9}"/>
              </a:ext>
            </a:extLst>
          </p:cNvPr>
          <p:cNvSpPr/>
          <p:nvPr/>
        </p:nvSpPr>
        <p:spPr>
          <a:xfrm>
            <a:off x="660400" y="2209800"/>
            <a:ext cx="3302000" cy="281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1178E-9EFC-D805-CB71-D76C481E2196}"/>
              </a:ext>
            </a:extLst>
          </p:cNvPr>
          <p:cNvSpPr/>
          <p:nvPr/>
        </p:nvSpPr>
        <p:spPr>
          <a:xfrm>
            <a:off x="660400" y="2209800"/>
            <a:ext cx="63500" cy="28194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78E15C-A84A-D3FB-0A2B-2273FD24A83F}"/>
              </a:ext>
            </a:extLst>
          </p:cNvPr>
          <p:cNvSpPr txBox="1"/>
          <p:nvPr/>
        </p:nvSpPr>
        <p:spPr>
          <a:xfrm>
            <a:off x="914400" y="2413000"/>
            <a:ext cx="2819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Build a job workload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9F4F7-55FA-84AC-E5CE-1C28355D92D0}"/>
              </a:ext>
            </a:extLst>
          </p:cNvPr>
          <p:cNvSpPr txBox="1"/>
          <p:nvPr/>
        </p:nvSpPr>
        <p:spPr>
          <a:xfrm>
            <a:off x="914400" y="2832100"/>
            <a:ext cx="2819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6E747A"/>
                </a:solidFill>
                <a:latin typeface="Aptos" panose="020B0004020202020204" pitchFamily="34" charset="0"/>
              </a:rPr>
              <a:t>Create jobs manually or generate batches. Configure arrival, burst, priority and deadline, then admit a batch to the process queue.</a:t>
            </a:r>
            <a:endParaRPr lang="en-IN" sz="14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CF8CFD-25FC-A3A5-3A83-04541469DA95}"/>
              </a:ext>
            </a:extLst>
          </p:cNvPr>
          <p:cNvSpPr/>
          <p:nvPr/>
        </p:nvSpPr>
        <p:spPr>
          <a:xfrm>
            <a:off x="4445000" y="2209800"/>
            <a:ext cx="3302000" cy="281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D1EDC2-12EB-5385-2ED6-2D017BF5E687}"/>
              </a:ext>
            </a:extLst>
          </p:cNvPr>
          <p:cNvSpPr/>
          <p:nvPr/>
        </p:nvSpPr>
        <p:spPr>
          <a:xfrm>
            <a:off x="4445000" y="2209800"/>
            <a:ext cx="63500" cy="2819400"/>
          </a:xfrm>
          <a:prstGeom prst="rect">
            <a:avLst/>
          </a:prstGeom>
          <a:solidFill>
            <a:srgbClr val="D979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392604-987D-1B56-56E6-B607F92C0373}"/>
              </a:ext>
            </a:extLst>
          </p:cNvPr>
          <p:cNvSpPr txBox="1"/>
          <p:nvPr/>
        </p:nvSpPr>
        <p:spPr>
          <a:xfrm>
            <a:off x="4699000" y="2413000"/>
            <a:ext cx="2819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Run source programs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F2D8AE-09D3-6E8D-7FB7-2D3E7895FC0C}"/>
              </a:ext>
            </a:extLst>
          </p:cNvPr>
          <p:cNvSpPr txBox="1"/>
          <p:nvPr/>
        </p:nvSpPr>
        <p:spPr>
          <a:xfrm>
            <a:off x="4699000" y="2832100"/>
            <a:ext cx="2819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6E747A"/>
                </a:solidFill>
                <a:latin typeface="Aptos" panose="020B0004020202020204" pitchFamily="34" charset="0"/>
              </a:rPr>
              <a:t>Select trusted local Python, C or C++ files. The backend measures successful runs and maps elapsed time to simulated burst units.</a:t>
            </a:r>
            <a:endParaRPr lang="en-IN" sz="14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127FE82-94A7-44F8-840A-742FC5C2F0F5}"/>
              </a:ext>
            </a:extLst>
          </p:cNvPr>
          <p:cNvSpPr/>
          <p:nvPr/>
        </p:nvSpPr>
        <p:spPr>
          <a:xfrm>
            <a:off x="8229600" y="2209800"/>
            <a:ext cx="3302000" cy="281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AF6D36-3436-9393-EAA3-EBDFCE114EE3}"/>
              </a:ext>
            </a:extLst>
          </p:cNvPr>
          <p:cNvSpPr/>
          <p:nvPr/>
        </p:nvSpPr>
        <p:spPr>
          <a:xfrm>
            <a:off x="8229600" y="2209800"/>
            <a:ext cx="63500" cy="2819400"/>
          </a:xfrm>
          <a:prstGeom prst="rect">
            <a:avLst/>
          </a:prstGeom>
          <a:solidFill>
            <a:srgbClr val="5D90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DFB45A-CE7C-16CA-94DE-AB316A658E60}"/>
              </a:ext>
            </a:extLst>
          </p:cNvPr>
          <p:cNvSpPr txBox="1"/>
          <p:nvPr/>
        </p:nvSpPr>
        <p:spPr>
          <a:xfrm>
            <a:off x="8483600" y="2413000"/>
            <a:ext cx="2819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Follow execution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82C7C6-879D-3F63-392B-D0CC9DFB0995}"/>
              </a:ext>
            </a:extLst>
          </p:cNvPr>
          <p:cNvSpPr txBox="1"/>
          <p:nvPr/>
        </p:nvSpPr>
        <p:spPr>
          <a:xfrm>
            <a:off x="8483600" y="2832100"/>
            <a:ext cx="2819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6E747A"/>
                </a:solidFill>
                <a:latin typeface="Aptos" panose="020B0004020202020204" pitchFamily="34" charset="0"/>
              </a:rPr>
              <a:t>See program output and status alongside the simulation. Successful programs join the queue; failed runs are reported.</a:t>
            </a:r>
            <a:endParaRPr lang="en-IN" sz="14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3DE996F-601B-0A24-C9DE-7989864E0D7E}"/>
              </a:ext>
            </a:extLst>
          </p:cNvPr>
          <p:cNvSpPr/>
          <p:nvPr/>
        </p:nvSpPr>
        <p:spPr>
          <a:xfrm>
            <a:off x="660400" y="5397500"/>
            <a:ext cx="10871200" cy="609600"/>
          </a:xfrm>
          <a:prstGeom prst="roundRect">
            <a:avLst/>
          </a:prstGeom>
          <a:solidFill>
            <a:srgbClr val="FAEB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ED630-EF9F-C119-5848-069A306527F2}"/>
              </a:ext>
            </a:extLst>
          </p:cNvPr>
          <p:cNvSpPr txBox="1"/>
          <p:nvPr/>
        </p:nvSpPr>
        <p:spPr>
          <a:xfrm>
            <a:off x="863600" y="5588000"/>
            <a:ext cx="10464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52A30"/>
                </a:solidFill>
                <a:latin typeface="Aptos" panose="020B0004020202020204" pitchFamily="34" charset="0"/>
              </a:rPr>
              <a:t>Limits: up to 10 source files per run; 256 KB each; compile timeout 10 s; run timeout 5 s.</a:t>
            </a:r>
            <a:endParaRPr lang="en-IN" sz="1200" b="1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279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71B334-A029-61F5-D397-4F17BBC658FA}"/>
              </a:ext>
            </a:extLst>
          </p:cNvPr>
          <p:cNvSpPr txBox="1"/>
          <p:nvPr/>
        </p:nvSpPr>
        <p:spPr>
          <a:xfrm>
            <a:off x="660400" y="3048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D9795F"/>
                </a:solidFill>
                <a:latin typeface="Aptos" panose="020B0004020202020204" pitchFamily="34" charset="0"/>
              </a:rPr>
              <a:t>07 / PRODUCT EXPERIENCE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7BEB5-BE89-CCF8-9D38-435D3BA732EC}"/>
              </a:ext>
            </a:extLst>
          </p:cNvPr>
          <p:cNvSpPr txBox="1"/>
          <p:nvPr/>
        </p:nvSpPr>
        <p:spPr>
          <a:xfrm>
            <a:off x="660400" y="5969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 dirty="0">
                <a:solidFill>
                  <a:srgbClr val="252A30"/>
                </a:solidFill>
                <a:latin typeface="Aptos" panose="020B0004020202020204" pitchFamily="34" charset="0"/>
              </a:rPr>
              <a:t>TOOLS</a:t>
            </a:r>
            <a:endParaRPr lang="en-IN" sz="2700" b="1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64DEC-535C-282C-FF94-A933E742F41F}"/>
              </a:ext>
            </a:extLst>
          </p:cNvPr>
          <p:cNvSpPr txBox="1"/>
          <p:nvPr/>
        </p:nvSpPr>
        <p:spPr>
          <a:xfrm>
            <a:off x="660400" y="6477000"/>
            <a:ext cx="419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47A"/>
                </a:solidFill>
                <a:latin typeface="Aptos" panose="020B0004020202020204" pitchFamily="34" charset="0"/>
              </a:rPr>
              <a:t>CPU SCHEDULING SIMULATOR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B83AC-46F4-7FBD-29DC-E296748EE051}"/>
              </a:ext>
            </a:extLst>
          </p:cNvPr>
          <p:cNvSpPr txBox="1"/>
          <p:nvPr/>
        </p:nvSpPr>
        <p:spPr>
          <a:xfrm>
            <a:off x="10033000" y="6477000"/>
            <a:ext cx="1714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APP PROJECT  /  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F39007-0F33-48AB-86FF-3BC9544F1241}"/>
              </a:ext>
            </a:extLst>
          </p:cNvPr>
          <p:cNvSpPr/>
          <p:nvPr/>
        </p:nvSpPr>
        <p:spPr>
          <a:xfrm>
            <a:off x="660400" y="1676400"/>
            <a:ext cx="34290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3FCA1-2704-29F5-290A-DF4EF16ED2FD}"/>
              </a:ext>
            </a:extLst>
          </p:cNvPr>
          <p:cNvSpPr/>
          <p:nvPr/>
        </p:nvSpPr>
        <p:spPr>
          <a:xfrm>
            <a:off x="660400" y="1676400"/>
            <a:ext cx="63500" cy="14097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9A73E-967D-1B6B-3EDF-E543FEC4B7D2}"/>
              </a:ext>
            </a:extLst>
          </p:cNvPr>
          <p:cNvSpPr txBox="1"/>
          <p:nvPr/>
        </p:nvSpPr>
        <p:spPr>
          <a:xfrm>
            <a:off x="914400" y="18796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Profiles &amp; workspaces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D926E-4B0D-8F47-D5FE-6FC904167F02}"/>
              </a:ext>
            </a:extLst>
          </p:cNvPr>
          <p:cNvSpPr txBox="1"/>
          <p:nvPr/>
        </p:nvSpPr>
        <p:spPr>
          <a:xfrm>
            <a:off x="914400" y="22987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E747A"/>
                </a:solidFill>
                <a:latin typeface="Aptos" panose="020B0004020202020204" pitchFamily="34" charset="0"/>
              </a:rPr>
              <a:t>Separate user activity and organize simulation work.</a:t>
            </a:r>
            <a:endParaRPr lang="en-IN" sz="12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BCCF69-A427-72AD-5A31-4F5E3A5ADA45}"/>
              </a:ext>
            </a:extLst>
          </p:cNvPr>
          <p:cNvSpPr/>
          <p:nvPr/>
        </p:nvSpPr>
        <p:spPr>
          <a:xfrm>
            <a:off x="4305300" y="1676400"/>
            <a:ext cx="34290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569DD3-A27E-AA57-9DBC-02CDD40228C3}"/>
              </a:ext>
            </a:extLst>
          </p:cNvPr>
          <p:cNvSpPr/>
          <p:nvPr/>
        </p:nvSpPr>
        <p:spPr>
          <a:xfrm>
            <a:off x="4305300" y="1676400"/>
            <a:ext cx="63500" cy="14097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183E7C-8CB9-844A-D260-F9FB1E84DE70}"/>
              </a:ext>
            </a:extLst>
          </p:cNvPr>
          <p:cNvSpPr txBox="1"/>
          <p:nvPr/>
        </p:nvSpPr>
        <p:spPr>
          <a:xfrm>
            <a:off x="4559300" y="18796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Saved runs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3219E0-F809-27ED-377E-5918FE252098}"/>
              </a:ext>
            </a:extLst>
          </p:cNvPr>
          <p:cNvSpPr txBox="1"/>
          <p:nvPr/>
        </p:nvSpPr>
        <p:spPr>
          <a:xfrm>
            <a:off x="4559300" y="22987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E747A"/>
                </a:solidFill>
                <a:latin typeface="Aptos" panose="020B0004020202020204" pitchFamily="34" charset="0"/>
              </a:rPr>
              <a:t>Store process inputs, Gantt segments and simulation metrics.</a:t>
            </a:r>
            <a:endParaRPr lang="en-IN" sz="12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3AE68F-538E-A80F-E245-8847C6D66442}"/>
              </a:ext>
            </a:extLst>
          </p:cNvPr>
          <p:cNvSpPr/>
          <p:nvPr/>
        </p:nvSpPr>
        <p:spPr>
          <a:xfrm>
            <a:off x="7950200" y="1676400"/>
            <a:ext cx="34290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3869D8-7F62-F02B-72FE-09AD3E1EAA84}"/>
              </a:ext>
            </a:extLst>
          </p:cNvPr>
          <p:cNvSpPr/>
          <p:nvPr/>
        </p:nvSpPr>
        <p:spPr>
          <a:xfrm>
            <a:off x="7950200" y="1676400"/>
            <a:ext cx="63500" cy="14097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92538E-7F8F-E3D7-2BA5-C65F2D177BE3}"/>
              </a:ext>
            </a:extLst>
          </p:cNvPr>
          <p:cNvSpPr txBox="1"/>
          <p:nvPr/>
        </p:nvSpPr>
        <p:spPr>
          <a:xfrm>
            <a:off x="8204200" y="18796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Exportable results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AC8BD9-400E-10DF-6858-FC0E5375F05E}"/>
              </a:ext>
            </a:extLst>
          </p:cNvPr>
          <p:cNvSpPr txBox="1"/>
          <p:nvPr/>
        </p:nvSpPr>
        <p:spPr>
          <a:xfrm>
            <a:off x="8204200" y="22987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E747A"/>
                </a:solidFill>
                <a:latin typeface="Aptos" panose="020B0004020202020204" pitchFamily="34" charset="0"/>
              </a:rPr>
              <a:t>Download simulation data as CSV or JSON.</a:t>
            </a:r>
            <a:endParaRPr lang="en-IN" sz="12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6626493-40B1-51EC-D573-7F0B78C2513D}"/>
              </a:ext>
            </a:extLst>
          </p:cNvPr>
          <p:cNvSpPr/>
          <p:nvPr/>
        </p:nvSpPr>
        <p:spPr>
          <a:xfrm>
            <a:off x="660400" y="3302000"/>
            <a:ext cx="34290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1FFCF2-13D3-B2BC-08D8-8F61A43FE15E}"/>
              </a:ext>
            </a:extLst>
          </p:cNvPr>
          <p:cNvSpPr/>
          <p:nvPr/>
        </p:nvSpPr>
        <p:spPr>
          <a:xfrm>
            <a:off x="660400" y="3302000"/>
            <a:ext cx="63500" cy="14097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9A0900-5F41-C7C4-A6E9-EEC1EEDCB004}"/>
              </a:ext>
            </a:extLst>
          </p:cNvPr>
          <p:cNvSpPr txBox="1"/>
          <p:nvPr/>
        </p:nvSpPr>
        <p:spPr>
          <a:xfrm>
            <a:off x="914400" y="35052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Demo access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247FCB-6B26-4E34-E842-56EFE5BCE433}"/>
              </a:ext>
            </a:extLst>
          </p:cNvPr>
          <p:cNvSpPr txBox="1"/>
          <p:nvPr/>
        </p:nvSpPr>
        <p:spPr>
          <a:xfrm>
            <a:off x="914400" y="39243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E747A"/>
                </a:solidFill>
                <a:latin typeface="Aptos" panose="020B0004020202020204" pitchFamily="34" charset="0"/>
              </a:rPr>
              <a:t>Explore the simulator without creating an account.</a:t>
            </a:r>
            <a:endParaRPr lang="en-IN" sz="12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5F37EBF-CB7B-3920-CD7F-5DE142037C49}"/>
              </a:ext>
            </a:extLst>
          </p:cNvPr>
          <p:cNvSpPr/>
          <p:nvPr/>
        </p:nvSpPr>
        <p:spPr>
          <a:xfrm>
            <a:off x="4305300" y="3302000"/>
            <a:ext cx="34290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E44AC0-A161-BCD0-6062-2EDF0524119A}"/>
              </a:ext>
            </a:extLst>
          </p:cNvPr>
          <p:cNvSpPr/>
          <p:nvPr/>
        </p:nvSpPr>
        <p:spPr>
          <a:xfrm>
            <a:off x="4305300" y="3302000"/>
            <a:ext cx="63500" cy="14097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E871CD-39CD-D48C-E21C-6F51F4AA2806}"/>
              </a:ext>
            </a:extLst>
          </p:cNvPr>
          <p:cNvSpPr txBox="1"/>
          <p:nvPr/>
        </p:nvSpPr>
        <p:spPr>
          <a:xfrm>
            <a:off x="4559300" y="35052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6508CE-1F2A-93D7-CDF2-095A2851461D}"/>
              </a:ext>
            </a:extLst>
          </p:cNvPr>
          <p:cNvSpPr txBox="1"/>
          <p:nvPr/>
        </p:nvSpPr>
        <p:spPr>
          <a:xfrm>
            <a:off x="4559300" y="39243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E747A"/>
                </a:solidFill>
                <a:latin typeface="Aptos" panose="020B0004020202020204" pitchFamily="34" charset="0"/>
              </a:rPr>
              <a:t>Theme, text-size, zoom and contrast options.</a:t>
            </a:r>
            <a:endParaRPr lang="en-IN" sz="12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42B9C83-E250-A726-B607-361C2D833A8C}"/>
              </a:ext>
            </a:extLst>
          </p:cNvPr>
          <p:cNvSpPr/>
          <p:nvPr/>
        </p:nvSpPr>
        <p:spPr>
          <a:xfrm>
            <a:off x="7950200" y="3302000"/>
            <a:ext cx="34290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EF9AB8-3A08-0BDA-54C1-A523B5404AE5}"/>
              </a:ext>
            </a:extLst>
          </p:cNvPr>
          <p:cNvSpPr/>
          <p:nvPr/>
        </p:nvSpPr>
        <p:spPr>
          <a:xfrm>
            <a:off x="7950200" y="3302000"/>
            <a:ext cx="63500" cy="14097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3829E4-1A3E-E004-843D-0D2ECA7791DE}"/>
              </a:ext>
            </a:extLst>
          </p:cNvPr>
          <p:cNvSpPr txBox="1"/>
          <p:nvPr/>
        </p:nvSpPr>
        <p:spPr>
          <a:xfrm>
            <a:off x="8204200" y="35052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52A30"/>
                </a:solidFill>
                <a:latin typeface="Aptos" panose="020B0004020202020204" pitchFamily="34" charset="0"/>
              </a:rPr>
              <a:t>System logs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6A715B-61ED-E3E4-BB2C-82F76A78066F}"/>
              </a:ext>
            </a:extLst>
          </p:cNvPr>
          <p:cNvSpPr txBox="1"/>
          <p:nvPr/>
        </p:nvSpPr>
        <p:spPr>
          <a:xfrm>
            <a:off x="8204200" y="39243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E747A"/>
                </a:solidFill>
                <a:latin typeface="Aptos" panose="020B0004020202020204" pitchFamily="34" charset="0"/>
              </a:rPr>
              <a:t>Review application activity in a dedicated view.</a:t>
            </a:r>
            <a:endParaRPr lang="en-IN" sz="12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9352FF-14FD-0E37-57DB-D706D9E8957D}"/>
              </a:ext>
            </a:extLst>
          </p:cNvPr>
          <p:cNvSpPr txBox="1"/>
          <p:nvPr/>
        </p:nvSpPr>
        <p:spPr>
          <a:xfrm>
            <a:off x="660400" y="5372100"/>
            <a:ext cx="1041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52A30"/>
                </a:solidFill>
                <a:latin typeface="Aptos" panose="020B0004020202020204" pitchFamily="34" charset="0"/>
              </a:rPr>
              <a:t>A practical learning tool: experiment, replay, inspect and share results.</a:t>
            </a:r>
            <a:endParaRPr lang="en-IN" sz="1700" b="1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07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F12571-2C4F-2F8F-E663-D7DB70E4D933}"/>
              </a:ext>
            </a:extLst>
          </p:cNvPr>
          <p:cNvSpPr txBox="1"/>
          <p:nvPr/>
        </p:nvSpPr>
        <p:spPr>
          <a:xfrm>
            <a:off x="660400" y="3048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D9795F"/>
                </a:solidFill>
                <a:latin typeface="Aptos" panose="020B0004020202020204" pitchFamily="34" charset="0"/>
              </a:rPr>
              <a:t>08 / WORKED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E45C3-D498-CA2E-BDCE-9C2BF7489C8F}"/>
              </a:ext>
            </a:extLst>
          </p:cNvPr>
          <p:cNvSpPr txBox="1"/>
          <p:nvPr/>
        </p:nvSpPr>
        <p:spPr>
          <a:xfrm>
            <a:off x="660400" y="5969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 dirty="0">
                <a:solidFill>
                  <a:srgbClr val="252A30"/>
                </a:solidFill>
                <a:latin typeface="Aptos" panose="020B0004020202020204" pitchFamily="34" charset="0"/>
              </a:rPr>
              <a:t>CASE EXAMPLE: SIMULATION GANTT CHART</a:t>
            </a:r>
            <a:endParaRPr lang="en-IN" sz="2700" b="1" dirty="0">
              <a:solidFill>
                <a:srgbClr val="252A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FF7CA-45BA-7C01-432F-C004E34B5D23}"/>
              </a:ext>
            </a:extLst>
          </p:cNvPr>
          <p:cNvSpPr txBox="1"/>
          <p:nvPr/>
        </p:nvSpPr>
        <p:spPr>
          <a:xfrm>
            <a:off x="660400" y="6477000"/>
            <a:ext cx="419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47A"/>
                </a:solidFill>
                <a:latin typeface="Aptos" panose="020B0004020202020204" pitchFamily="34" charset="0"/>
              </a:rPr>
              <a:t>CPU SCHEDULING SIMULATOR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A3787-474E-C626-44C9-6F78207E0FD3}"/>
              </a:ext>
            </a:extLst>
          </p:cNvPr>
          <p:cNvSpPr txBox="1"/>
          <p:nvPr/>
        </p:nvSpPr>
        <p:spPr>
          <a:xfrm>
            <a:off x="10033000" y="6477000"/>
            <a:ext cx="1714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APP PROJECT  /  09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8A77D2-D7B4-82B4-4015-F95BE9417F29}"/>
              </a:ext>
            </a:extLst>
          </p:cNvPr>
          <p:cNvSpPr txBox="1"/>
          <p:nvPr/>
        </p:nvSpPr>
        <p:spPr>
          <a:xfrm>
            <a:off x="660400" y="1270000"/>
            <a:ext cx="1054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6E747A"/>
                </a:solidFill>
                <a:latin typeface="Aptos" panose="020B0004020202020204" pitchFamily="34" charset="0"/>
              </a:rPr>
              <a:t>Illustrative FCFS run using the simulator default five-process workload.</a:t>
            </a:r>
            <a:endParaRPr lang="en-IN" sz="1500">
              <a:solidFill>
                <a:srgbClr val="6E747A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2F5C1D-3E2A-2B85-1874-CD3094C889DF}"/>
              </a:ext>
            </a:extLst>
          </p:cNvPr>
          <p:cNvSpPr txBox="1"/>
          <p:nvPr/>
        </p:nvSpPr>
        <p:spPr>
          <a:xfrm>
            <a:off x="660400" y="2197100"/>
            <a:ext cx="1168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E747A"/>
                </a:solidFill>
                <a:latin typeface="Aptos" panose="020B0004020202020204" pitchFamily="34" charset="0"/>
              </a:rPr>
              <a:t>PROCESS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7DAE1-5C60-8D73-BD7E-441CD8ED34F1}"/>
              </a:ext>
            </a:extLst>
          </p:cNvPr>
          <p:cNvSpPr txBox="1"/>
          <p:nvPr/>
        </p:nvSpPr>
        <p:spPr>
          <a:xfrm>
            <a:off x="889000" y="2382222"/>
            <a:ext cx="57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 dirty="0">
                <a:solidFill>
                  <a:srgbClr val="252A30"/>
                </a:solidFill>
                <a:latin typeface="Aptos" panose="020B0004020202020204" pitchFamily="34" charset="0"/>
              </a:rPr>
              <a:t>P1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77FB76-50E7-582B-2C41-0D59867B59E8}"/>
              </a:ext>
            </a:extLst>
          </p:cNvPr>
          <p:cNvSpPr/>
          <p:nvPr/>
        </p:nvSpPr>
        <p:spPr>
          <a:xfrm>
            <a:off x="1968500" y="2133600"/>
            <a:ext cx="1968500" cy="533400"/>
          </a:xfrm>
          <a:prstGeom prst="rect">
            <a:avLst/>
          </a:prstGeom>
          <a:solidFill>
            <a:srgbClr val="506DB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AC753-A95B-4AA0-4C58-21540BF2179C}"/>
              </a:ext>
            </a:extLst>
          </p:cNvPr>
          <p:cNvSpPr txBox="1"/>
          <p:nvPr/>
        </p:nvSpPr>
        <p:spPr>
          <a:xfrm>
            <a:off x="2070100" y="2286000"/>
            <a:ext cx="533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P1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85E0A7-64F8-2923-87FD-C9800DF5B0A9}"/>
              </a:ext>
            </a:extLst>
          </p:cNvPr>
          <p:cNvSpPr txBox="1"/>
          <p:nvPr/>
        </p:nvSpPr>
        <p:spPr>
          <a:xfrm>
            <a:off x="889000" y="2908300"/>
            <a:ext cx="57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P2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804809-9F5C-A070-44C1-E952C66BBB09}"/>
              </a:ext>
            </a:extLst>
          </p:cNvPr>
          <p:cNvSpPr/>
          <p:nvPr/>
        </p:nvSpPr>
        <p:spPr>
          <a:xfrm>
            <a:off x="3937000" y="2768600"/>
            <a:ext cx="1181100" cy="533400"/>
          </a:xfrm>
          <a:prstGeom prst="rect">
            <a:avLst/>
          </a:prstGeom>
          <a:solidFill>
            <a:srgbClr val="D9795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105928-41E4-D4ED-AC12-44B79E424781}"/>
              </a:ext>
            </a:extLst>
          </p:cNvPr>
          <p:cNvSpPr txBox="1"/>
          <p:nvPr/>
        </p:nvSpPr>
        <p:spPr>
          <a:xfrm>
            <a:off x="4038600" y="2921000"/>
            <a:ext cx="533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P2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BB1196-E2C3-A7A5-F618-BB10C42C0158}"/>
              </a:ext>
            </a:extLst>
          </p:cNvPr>
          <p:cNvSpPr txBox="1"/>
          <p:nvPr/>
        </p:nvSpPr>
        <p:spPr>
          <a:xfrm>
            <a:off x="889000" y="3543300"/>
            <a:ext cx="57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P3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3339BD-85F8-3A94-37A7-6933095B37AD}"/>
              </a:ext>
            </a:extLst>
          </p:cNvPr>
          <p:cNvSpPr/>
          <p:nvPr/>
        </p:nvSpPr>
        <p:spPr>
          <a:xfrm>
            <a:off x="5118100" y="3403600"/>
            <a:ext cx="3149600" cy="533400"/>
          </a:xfrm>
          <a:prstGeom prst="rect">
            <a:avLst/>
          </a:prstGeom>
          <a:solidFill>
            <a:srgbClr val="5D906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A7DAFE-7989-519A-CACE-32E922B15163}"/>
              </a:ext>
            </a:extLst>
          </p:cNvPr>
          <p:cNvSpPr txBox="1"/>
          <p:nvPr/>
        </p:nvSpPr>
        <p:spPr>
          <a:xfrm>
            <a:off x="5219700" y="3556000"/>
            <a:ext cx="533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P3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794F77-9500-A4CF-0152-A321060E2B5D}"/>
              </a:ext>
            </a:extLst>
          </p:cNvPr>
          <p:cNvSpPr txBox="1"/>
          <p:nvPr/>
        </p:nvSpPr>
        <p:spPr>
          <a:xfrm>
            <a:off x="889000" y="4178300"/>
            <a:ext cx="57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F0C940-EEDB-980C-1D45-BF7C6DB14725}"/>
              </a:ext>
            </a:extLst>
          </p:cNvPr>
          <p:cNvSpPr/>
          <p:nvPr/>
        </p:nvSpPr>
        <p:spPr>
          <a:xfrm>
            <a:off x="8267700" y="4038600"/>
            <a:ext cx="787400" cy="533400"/>
          </a:xfrm>
          <a:prstGeom prst="rect">
            <a:avLst/>
          </a:prstGeom>
          <a:solidFill>
            <a:srgbClr val="9A7A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564597-E314-DF5A-8BA0-0E95D27F4AC7}"/>
              </a:ext>
            </a:extLst>
          </p:cNvPr>
          <p:cNvSpPr txBox="1"/>
          <p:nvPr/>
        </p:nvSpPr>
        <p:spPr>
          <a:xfrm>
            <a:off x="8369300" y="4191000"/>
            <a:ext cx="533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P4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4E24FD-37EE-9725-FEE3-4F8E1A48D7AE}"/>
              </a:ext>
            </a:extLst>
          </p:cNvPr>
          <p:cNvSpPr txBox="1"/>
          <p:nvPr/>
        </p:nvSpPr>
        <p:spPr>
          <a:xfrm>
            <a:off x="889000" y="4813300"/>
            <a:ext cx="57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252A30"/>
                </a:solidFill>
                <a:latin typeface="Aptos" panose="020B0004020202020204" pitchFamily="34" charset="0"/>
              </a:rPr>
              <a:t>P5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35AA15-DE03-EF3E-08C8-EA546F3A61AF}"/>
              </a:ext>
            </a:extLst>
          </p:cNvPr>
          <p:cNvSpPr/>
          <p:nvPr/>
        </p:nvSpPr>
        <p:spPr>
          <a:xfrm>
            <a:off x="9055100" y="4673600"/>
            <a:ext cx="1574800" cy="533400"/>
          </a:xfrm>
          <a:prstGeom prst="rect">
            <a:avLst/>
          </a:prstGeom>
          <a:solidFill>
            <a:srgbClr val="C18D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6C5B62-1BB3-BD67-C70C-707386C8F92F}"/>
              </a:ext>
            </a:extLst>
          </p:cNvPr>
          <p:cNvSpPr txBox="1"/>
          <p:nvPr/>
        </p:nvSpPr>
        <p:spPr>
          <a:xfrm>
            <a:off x="9156700" y="4826000"/>
            <a:ext cx="533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P5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081FC4-0B34-9E32-F7DA-C0CA092A836E}"/>
              </a:ext>
            </a:extLst>
          </p:cNvPr>
          <p:cNvSpPr/>
          <p:nvPr/>
        </p:nvSpPr>
        <p:spPr>
          <a:xfrm>
            <a:off x="19685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0262C2-D4DC-0764-3956-C767290706FF}"/>
              </a:ext>
            </a:extLst>
          </p:cNvPr>
          <p:cNvSpPr txBox="1"/>
          <p:nvPr/>
        </p:nvSpPr>
        <p:spPr>
          <a:xfrm>
            <a:off x="18669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645BFF-E455-660D-45E6-8F4D0F25DD4F}"/>
              </a:ext>
            </a:extLst>
          </p:cNvPr>
          <p:cNvSpPr/>
          <p:nvPr/>
        </p:nvSpPr>
        <p:spPr>
          <a:xfrm>
            <a:off x="27559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B61B8B-773F-5282-7E4E-295AD03757C1}"/>
              </a:ext>
            </a:extLst>
          </p:cNvPr>
          <p:cNvSpPr txBox="1"/>
          <p:nvPr/>
        </p:nvSpPr>
        <p:spPr>
          <a:xfrm>
            <a:off x="26543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6E073D-9FBE-33A7-89CB-D6F40F7A0FC6}"/>
              </a:ext>
            </a:extLst>
          </p:cNvPr>
          <p:cNvSpPr/>
          <p:nvPr/>
        </p:nvSpPr>
        <p:spPr>
          <a:xfrm>
            <a:off x="35433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B5D946-8FED-85B9-E163-2665B813866F}"/>
              </a:ext>
            </a:extLst>
          </p:cNvPr>
          <p:cNvSpPr txBox="1"/>
          <p:nvPr/>
        </p:nvSpPr>
        <p:spPr>
          <a:xfrm>
            <a:off x="34417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B6B556-0065-2D16-F305-AC06D3AFF4F8}"/>
              </a:ext>
            </a:extLst>
          </p:cNvPr>
          <p:cNvSpPr/>
          <p:nvPr/>
        </p:nvSpPr>
        <p:spPr>
          <a:xfrm>
            <a:off x="43307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CC5A8C-7E35-533A-2D2B-68007C95E122}"/>
              </a:ext>
            </a:extLst>
          </p:cNvPr>
          <p:cNvSpPr txBox="1"/>
          <p:nvPr/>
        </p:nvSpPr>
        <p:spPr>
          <a:xfrm>
            <a:off x="42291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44D55F-D9D8-5E02-27AD-7F9F9E24018A}"/>
              </a:ext>
            </a:extLst>
          </p:cNvPr>
          <p:cNvSpPr/>
          <p:nvPr/>
        </p:nvSpPr>
        <p:spPr>
          <a:xfrm>
            <a:off x="51181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BA3276-9D27-864E-CDE5-5B7E9DB830F1}"/>
              </a:ext>
            </a:extLst>
          </p:cNvPr>
          <p:cNvSpPr txBox="1"/>
          <p:nvPr/>
        </p:nvSpPr>
        <p:spPr>
          <a:xfrm>
            <a:off x="50165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11FE6D-E3B3-2856-A27E-E2BADF94C5C5}"/>
              </a:ext>
            </a:extLst>
          </p:cNvPr>
          <p:cNvSpPr/>
          <p:nvPr/>
        </p:nvSpPr>
        <p:spPr>
          <a:xfrm>
            <a:off x="59055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508653-CC67-3A3E-4DEF-60A14C7371A0}"/>
              </a:ext>
            </a:extLst>
          </p:cNvPr>
          <p:cNvSpPr txBox="1"/>
          <p:nvPr/>
        </p:nvSpPr>
        <p:spPr>
          <a:xfrm>
            <a:off x="58039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923AF9-1066-E23E-8CE8-950F9D80FA23}"/>
              </a:ext>
            </a:extLst>
          </p:cNvPr>
          <p:cNvSpPr/>
          <p:nvPr/>
        </p:nvSpPr>
        <p:spPr>
          <a:xfrm>
            <a:off x="66929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AE5D0F-E4D7-41E4-0D57-E9F3FC056840}"/>
              </a:ext>
            </a:extLst>
          </p:cNvPr>
          <p:cNvSpPr txBox="1"/>
          <p:nvPr/>
        </p:nvSpPr>
        <p:spPr>
          <a:xfrm>
            <a:off x="65913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730EF2-FF51-625E-B3BD-EC4FF2F16140}"/>
              </a:ext>
            </a:extLst>
          </p:cNvPr>
          <p:cNvSpPr/>
          <p:nvPr/>
        </p:nvSpPr>
        <p:spPr>
          <a:xfrm>
            <a:off x="74803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32AEA0-55DA-9DFA-74FA-118923F14105}"/>
              </a:ext>
            </a:extLst>
          </p:cNvPr>
          <p:cNvSpPr txBox="1"/>
          <p:nvPr/>
        </p:nvSpPr>
        <p:spPr>
          <a:xfrm>
            <a:off x="73787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2B8AF4-E3D1-70A0-3794-4E0A74F289F7}"/>
              </a:ext>
            </a:extLst>
          </p:cNvPr>
          <p:cNvSpPr/>
          <p:nvPr/>
        </p:nvSpPr>
        <p:spPr>
          <a:xfrm>
            <a:off x="82677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1F1638-A072-AE80-4E45-AFC76C479C89}"/>
              </a:ext>
            </a:extLst>
          </p:cNvPr>
          <p:cNvSpPr txBox="1"/>
          <p:nvPr/>
        </p:nvSpPr>
        <p:spPr>
          <a:xfrm>
            <a:off x="81661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9C90A5-665B-6B15-6783-B0C310A16C45}"/>
              </a:ext>
            </a:extLst>
          </p:cNvPr>
          <p:cNvSpPr/>
          <p:nvPr/>
        </p:nvSpPr>
        <p:spPr>
          <a:xfrm>
            <a:off x="90551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F2BF25-02B0-91B6-9E80-424F633FC19E}"/>
              </a:ext>
            </a:extLst>
          </p:cNvPr>
          <p:cNvSpPr txBox="1"/>
          <p:nvPr/>
        </p:nvSpPr>
        <p:spPr>
          <a:xfrm>
            <a:off x="89535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14BD8B-DD8C-A064-A89C-A8B24A46B52F}"/>
              </a:ext>
            </a:extLst>
          </p:cNvPr>
          <p:cNvSpPr/>
          <p:nvPr/>
        </p:nvSpPr>
        <p:spPr>
          <a:xfrm>
            <a:off x="98425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4BE954-E105-C346-9FB2-1D2D993DC355}"/>
              </a:ext>
            </a:extLst>
          </p:cNvPr>
          <p:cNvSpPr txBox="1"/>
          <p:nvPr/>
        </p:nvSpPr>
        <p:spPr>
          <a:xfrm>
            <a:off x="97409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04E17C-035B-DB51-198D-396B1AECC5A2}"/>
              </a:ext>
            </a:extLst>
          </p:cNvPr>
          <p:cNvSpPr/>
          <p:nvPr/>
        </p:nvSpPr>
        <p:spPr>
          <a:xfrm>
            <a:off x="10629900" y="2108200"/>
            <a:ext cx="12700" cy="3302000"/>
          </a:xfrm>
          <a:prstGeom prst="rect">
            <a:avLst/>
          </a:prstGeom>
          <a:solidFill>
            <a:srgbClr val="E0D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1E138C-AFE7-42E8-2203-227B1C08CCDB}"/>
              </a:ext>
            </a:extLst>
          </p:cNvPr>
          <p:cNvSpPr txBox="1"/>
          <p:nvPr/>
        </p:nvSpPr>
        <p:spPr>
          <a:xfrm>
            <a:off x="10528300" y="5486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6E747A"/>
                </a:solidFill>
                <a:latin typeface="Aptos" panose="020B0004020202020204" pitchFamily="34" charset="0"/>
              </a:rPr>
              <a:t>22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69EBDE-8BA9-C2AB-2CE9-A6F82C52D68F}"/>
              </a:ext>
            </a:extLst>
          </p:cNvPr>
          <p:cNvSpPr txBox="1"/>
          <p:nvPr/>
        </p:nvSpPr>
        <p:spPr>
          <a:xfrm>
            <a:off x="660400" y="5448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47A"/>
                </a:solidFill>
                <a:latin typeface="Aptos" panose="020B0004020202020204" pitchFamily="34" charset="0"/>
              </a:rPr>
              <a:t>TIME (UNITS)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0432BF3-2797-DD94-0677-045ADDB1F505}"/>
              </a:ext>
            </a:extLst>
          </p:cNvPr>
          <p:cNvSpPr/>
          <p:nvPr/>
        </p:nvSpPr>
        <p:spPr>
          <a:xfrm>
            <a:off x="660400" y="5880100"/>
            <a:ext cx="10871200" cy="381000"/>
          </a:xfrm>
          <a:prstGeom prst="roundRect">
            <a:avLst/>
          </a:prstGeom>
          <a:solidFill>
            <a:srgbClr val="E7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41B671-F9B3-574A-2DA6-BE651174A710}"/>
              </a:ext>
            </a:extLst>
          </p:cNvPr>
          <p:cNvSpPr txBox="1"/>
          <p:nvPr/>
        </p:nvSpPr>
        <p:spPr>
          <a:xfrm>
            <a:off x="863600" y="5969000"/>
            <a:ext cx="1041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506DB0"/>
                </a:solidFill>
                <a:latin typeface="Aptos" panose="020B0004020202020204" pitchFamily="34" charset="0"/>
              </a:rPr>
              <a:t>Average WT = 7.4 units     |     Average TAT = 11.8 units     |     FCFS follows arrival order</a:t>
            </a:r>
            <a:endParaRPr lang="en-IN" sz="1200" b="1">
              <a:solidFill>
                <a:srgbClr val="506DB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805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68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kern="0" spc="300" dirty="0">
                <a:solidFill>
                  <a:srgbClr val="D9795F"/>
                </a:solidFill>
                <a:latin typeface="Bernard MT Condensed" panose="02050806060905020404" pitchFamily="18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>
              <a:solidFill>
                <a:srgbClr val="D9795F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3383280" cy="2926080"/>
          </a:xfrm>
          <a:prstGeom prst="roundRect">
            <a:avLst>
              <a:gd name="adj" fmla="val 2188"/>
            </a:avLst>
          </a:prstGeom>
          <a:solidFill>
            <a:srgbClr val="242A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2148840"/>
            <a:ext cx="640080" cy="640080"/>
          </a:xfrm>
          <a:prstGeom prst="ellipse">
            <a:avLst/>
          </a:prstGeom>
          <a:solidFill>
            <a:srgbClr val="D9795F"/>
          </a:solidFill>
          <a:ln/>
        </p:spPr>
      </p:sp>
      <p:pic>
        <p:nvPicPr>
          <p:cNvPr id="6" name="Image 0" descr="/home/claude/work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" y="3337560"/>
            <a:ext cx="2834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1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are difficult to learn through static lectures and pre-drawn Gantt charts alone.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1828800"/>
            <a:ext cx="3383280" cy="2926080"/>
          </a:xfrm>
          <a:prstGeom prst="roundRect">
            <a:avLst>
              <a:gd name="adj" fmla="val 2188"/>
            </a:avLst>
          </a:prstGeom>
          <a:solidFill>
            <a:srgbClr val="242A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0" y="2148840"/>
            <a:ext cx="640080" cy="640080"/>
          </a:xfrm>
          <a:prstGeom prst="ellipse">
            <a:avLst/>
          </a:prstGeom>
          <a:solidFill>
            <a:srgbClr val="5D906E"/>
          </a:solidFill>
          <a:ln/>
        </p:spPr>
      </p:sp>
      <p:pic>
        <p:nvPicPr>
          <p:cNvPr id="11" name="Image 1" descr="/home/claude/work/icon_project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3337560"/>
            <a:ext cx="2834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1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frontend that visualizes and a backend that simulates, together making scheduling, state changes, and performance visible.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75320" y="1828800"/>
            <a:ext cx="3383280" cy="2926080"/>
          </a:xfrm>
          <a:prstGeom prst="roundRect">
            <a:avLst>
              <a:gd name="adj" fmla="val 2188"/>
            </a:avLst>
          </a:prstGeom>
          <a:solidFill>
            <a:srgbClr val="242A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46920" y="2148840"/>
            <a:ext cx="640080" cy="640080"/>
          </a:xfrm>
          <a:prstGeom prst="ellipse">
            <a:avLst/>
          </a:prstGeom>
          <a:solidFill>
            <a:srgbClr val="506DB0"/>
          </a:solidFill>
          <a:ln/>
        </p:spPr>
      </p:sp>
      <p:pic>
        <p:nvPicPr>
          <p:cNvPr id="16" name="Image 2" descr="/home/claude/work/icon_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2304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49640" y="3337560"/>
            <a:ext cx="2834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1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move from theory to insight to mastery through shared, real-world exploration of scheduling behavior.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188720" y="50749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leads to better learning, and better learning creates the next generation of systems thinkers.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FE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1083564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2AB5E1-0BA5-55FA-6DEB-2AE434F607A1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9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D9A50E0-B9EF-0ABC-AE37-94DD9CAF909C}"/>
              </a:ext>
            </a:extLst>
          </p:cNvPr>
          <p:cNvGrpSpPr/>
          <p:nvPr/>
        </p:nvGrpSpPr>
        <p:grpSpPr>
          <a:xfrm>
            <a:off x="660400" y="660400"/>
            <a:ext cx="11192933" cy="5589038"/>
            <a:chOff x="660400" y="660400"/>
            <a:chExt cx="11192933" cy="558903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F62EE7-F682-5EE4-D344-E585424C3965}"/>
                </a:ext>
              </a:extLst>
            </p:cNvPr>
            <p:cNvSpPr txBox="1"/>
            <p:nvPr/>
          </p:nvSpPr>
          <p:spPr>
            <a:xfrm>
              <a:off x="660400" y="660400"/>
              <a:ext cx="7620000" cy="15388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IN" sz="1000" b="1">
                  <a:solidFill>
                    <a:srgbClr val="DEE0E2"/>
                  </a:solidFill>
                  <a:latin typeface="Aptos" panose="020B0004020202020204" pitchFamily="34" charset="0"/>
                </a:rPr>
                <a:t>CPU SCHEDULING SIMULATOR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C716D48-8356-CC94-F641-6AB5A512EA85}"/>
                </a:ext>
              </a:extLst>
            </p:cNvPr>
            <p:cNvSpPr txBox="1"/>
            <p:nvPr/>
          </p:nvSpPr>
          <p:spPr>
            <a:xfrm>
              <a:off x="660400" y="1587500"/>
              <a:ext cx="8255000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IN" sz="3400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UNDERSTAND the QUEUE.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6754B8-0723-D0D2-55F0-CB87397B24F4}"/>
                </a:ext>
              </a:extLst>
            </p:cNvPr>
            <p:cNvSpPr txBox="1"/>
            <p:nvPr/>
          </p:nvSpPr>
          <p:spPr>
            <a:xfrm>
              <a:off x="660400" y="2222500"/>
              <a:ext cx="8255000" cy="55399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IN" sz="3600" b="1" dirty="0">
                  <a:solidFill>
                    <a:srgbClr val="D9795F"/>
                  </a:solidFill>
                  <a:latin typeface="Aptos" panose="020B0004020202020204" pitchFamily="34" charset="0"/>
                </a:rPr>
                <a:t>Then CHANGE the RULES.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9F0136-6453-5437-3C71-2971D6B1E2D1}"/>
                </a:ext>
              </a:extLst>
            </p:cNvPr>
            <p:cNvSpPr txBox="1"/>
            <p:nvPr/>
          </p:nvSpPr>
          <p:spPr>
            <a:xfrm>
              <a:off x="698500" y="3225800"/>
              <a:ext cx="8064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DBDEE2"/>
                  </a:solidFill>
                  <a:latin typeface="Aptos" panose="020B0004020202020204" pitchFamily="34" charset="0"/>
                </a:rPr>
                <a:t>Trust the Process</a:t>
              </a:r>
              <a:endParaRPr lang="en-IN" dirty="0">
                <a:solidFill>
                  <a:srgbClr val="DBDEE2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2414DF-0590-48A7-A5D7-D85D88B563B2}"/>
                </a:ext>
              </a:extLst>
            </p:cNvPr>
            <p:cNvSpPr txBox="1"/>
            <p:nvPr/>
          </p:nvSpPr>
          <p:spPr>
            <a:xfrm>
              <a:off x="8602133" y="3644324"/>
              <a:ext cx="3251200" cy="615553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IN" sz="4000" b="1" dirty="0">
                  <a:solidFill>
                    <a:srgbClr val="DBDEE2"/>
                  </a:solidFill>
                  <a:latin typeface="Arial Rounded MT Bold" panose="020F0704030504030204" pitchFamily="34" charset="0"/>
                </a:rPr>
                <a:t>THANK YOU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51D9DA-CC19-DFAC-55AC-3231F81E64D0}"/>
                </a:ext>
              </a:extLst>
            </p:cNvPr>
            <p:cNvSpPr txBox="1"/>
            <p:nvPr/>
          </p:nvSpPr>
          <p:spPr>
            <a:xfrm>
              <a:off x="698500" y="4521200"/>
              <a:ext cx="2286000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IN" sz="1400" b="1" dirty="0">
                  <a:solidFill>
                    <a:srgbClr val="ACB3BB"/>
                  </a:solidFill>
                  <a:latin typeface="Aptos" panose="020B0004020202020204" pitchFamily="34" charset="0"/>
                </a:rPr>
                <a:t>PROJECT TEAM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5486DB-249A-F10F-9020-EC35E32EECDB}"/>
                </a:ext>
              </a:extLst>
            </p:cNvPr>
            <p:cNvSpPr txBox="1"/>
            <p:nvPr/>
          </p:nvSpPr>
          <p:spPr>
            <a:xfrm>
              <a:off x="698500" y="4741333"/>
              <a:ext cx="5588000" cy="150810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MUSANI LIKITH REDDY  - RA2511028020082</a:t>
              </a:r>
            </a:p>
            <a:p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SURYANSHU ROY  - RA2511028020093</a:t>
              </a:r>
            </a:p>
            <a:p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ADITYA KUMAR SINGH  - RA2511028020094</a:t>
              </a:r>
            </a:p>
            <a:p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==========================================================</a:t>
              </a:r>
            </a:p>
            <a:p>
              <a:r>
                <a:rPr lang="en-IN" sz="1400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SUBJECT: </a:t>
              </a:r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ADVANCED PROGRAMMING PRACTICE (21CSC203P)</a:t>
              </a:r>
            </a:p>
            <a:p>
              <a:r>
                <a:rPr lang="en-IN" sz="1400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DEPT: </a:t>
              </a:r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BTECH C.S.E W/S CLOUD COMPUTING (SECTION B)</a:t>
              </a:r>
            </a:p>
            <a:p>
              <a:r>
                <a:rPr lang="en-IN" sz="1400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YEAR/SEM: </a:t>
              </a:r>
              <a:r>
                <a:rPr lang="en-IN" sz="1400" dirty="0">
                  <a:solidFill>
                    <a:srgbClr val="FFFFFF"/>
                  </a:solidFill>
                  <a:latin typeface="Aptos" panose="020B0004020202020204" pitchFamily="34" charset="0"/>
                </a:rPr>
                <a:t>2/3</a:t>
              </a:r>
              <a:endParaRPr lang="en-IN" sz="1400" b="1" dirty="0">
                <a:solidFill>
                  <a:srgbClr val="FFFFFF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0AB333B-39D0-57B6-7972-47AC49B6730D}"/>
              </a:ext>
            </a:extLst>
          </p:cNvPr>
          <p:cNvGrpSpPr/>
          <p:nvPr/>
        </p:nvGrpSpPr>
        <p:grpSpPr>
          <a:xfrm>
            <a:off x="8915400" y="1707037"/>
            <a:ext cx="2311964" cy="1657262"/>
            <a:chOff x="1180495" y="3137932"/>
            <a:chExt cx="4109776" cy="285373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5F895C1-04A3-31CC-8AC3-FDE5C2BCC388}"/>
                </a:ext>
              </a:extLst>
            </p:cNvPr>
            <p:cNvSpPr/>
            <p:nvPr/>
          </p:nvSpPr>
          <p:spPr>
            <a:xfrm>
              <a:off x="1180495" y="3137932"/>
              <a:ext cx="4109776" cy="2853732"/>
            </a:xfrm>
            <a:prstGeom prst="roundRect">
              <a:avLst/>
            </a:prstGeom>
            <a:solidFill>
              <a:schemeClr val="bg2">
                <a:lumMod val="50000"/>
                <a:alpha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DCAFDF1-9919-6A73-2084-F9BB8718A723}"/>
                </a:ext>
              </a:extLst>
            </p:cNvPr>
            <p:cNvGrpSpPr/>
            <p:nvPr/>
          </p:nvGrpSpPr>
          <p:grpSpPr>
            <a:xfrm>
              <a:off x="1443206" y="3610173"/>
              <a:ext cx="3594100" cy="2140642"/>
              <a:chOff x="7901517" y="4291112"/>
              <a:chExt cx="3594100" cy="2140642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35AB566-6827-946C-C8FF-7F1A660A7F88}"/>
                  </a:ext>
                </a:extLst>
              </p:cNvPr>
              <p:cNvSpPr txBox="1"/>
              <p:nvPr/>
            </p:nvSpPr>
            <p:spPr>
              <a:xfrm>
                <a:off x="7901517" y="5651499"/>
                <a:ext cx="3428999" cy="78025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DBDEE2"/>
                    </a:solidFill>
                    <a:latin typeface="Aptos" panose="020B0004020202020204" pitchFamily="34" charset="0"/>
                  </a:rPr>
                  <a:t>A HANDS-ON WAY TO SEE SCHEDULING DECISIONS UNFOLD.</a:t>
                </a:r>
                <a:endParaRPr lang="en-IN" sz="800" dirty="0">
                  <a:solidFill>
                    <a:srgbClr val="DBDEE2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4BD7890-7460-4E3C-F0CC-0FF29EA7EBE0}"/>
                  </a:ext>
                </a:extLst>
              </p:cNvPr>
              <p:cNvSpPr txBox="1"/>
              <p:nvPr/>
            </p:nvSpPr>
            <p:spPr>
              <a:xfrm>
                <a:off x="8238067" y="4291112"/>
                <a:ext cx="2921000" cy="153888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1000" b="1" dirty="0">
                    <a:solidFill>
                      <a:schemeClr val="tx2">
                        <a:lumMod val="20000"/>
                        <a:lumOff val="80000"/>
                      </a:schemeClr>
                    </a:solidFill>
                    <a:latin typeface="Aptos" panose="020B0004020202020204" pitchFamily="34" charset="0"/>
                  </a:rPr>
                  <a:t>CPU TIMELINE / SAMPLE RUN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07A1912-CDDD-B14A-FAEF-0C2539760A84}"/>
                  </a:ext>
                </a:extLst>
              </p:cNvPr>
              <p:cNvSpPr/>
              <p:nvPr/>
            </p:nvSpPr>
            <p:spPr>
              <a:xfrm>
                <a:off x="8238067" y="4799112"/>
                <a:ext cx="635000" cy="457200"/>
              </a:xfrm>
              <a:prstGeom prst="rect">
                <a:avLst/>
              </a:prstGeom>
              <a:solidFill>
                <a:srgbClr val="506DB0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AC37D09-F4C3-4B9B-9BC2-2B08CCD6AF9D}"/>
                  </a:ext>
                </a:extLst>
              </p:cNvPr>
              <p:cNvSpPr txBox="1"/>
              <p:nvPr/>
            </p:nvSpPr>
            <p:spPr>
              <a:xfrm>
                <a:off x="8339667" y="4913412"/>
                <a:ext cx="508000" cy="169277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1100" b="1">
                    <a:solidFill>
                      <a:srgbClr val="FFFFFF"/>
                    </a:solidFill>
                    <a:latin typeface="Aptos" panose="020B0004020202020204" pitchFamily="34" charset="0"/>
                  </a:rPr>
                  <a:t>P1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3C78DD9-9744-0AAC-DC98-89259E590AE1}"/>
                  </a:ext>
                </a:extLst>
              </p:cNvPr>
              <p:cNvSpPr/>
              <p:nvPr/>
            </p:nvSpPr>
            <p:spPr>
              <a:xfrm>
                <a:off x="8873067" y="4799112"/>
                <a:ext cx="533400" cy="457200"/>
              </a:xfrm>
              <a:prstGeom prst="rect">
                <a:avLst/>
              </a:prstGeom>
              <a:solidFill>
                <a:srgbClr val="D9795F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8214314-FE53-B1B0-8D1C-5A0781E2DAFF}"/>
                  </a:ext>
                </a:extLst>
              </p:cNvPr>
              <p:cNvSpPr txBox="1"/>
              <p:nvPr/>
            </p:nvSpPr>
            <p:spPr>
              <a:xfrm>
                <a:off x="8974667" y="4913412"/>
                <a:ext cx="508000" cy="169277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1100" b="1">
                    <a:solidFill>
                      <a:srgbClr val="FFFFFF"/>
                    </a:solidFill>
                    <a:latin typeface="Aptos" panose="020B0004020202020204" pitchFamily="34" charset="0"/>
                  </a:rPr>
                  <a:t>P2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6330307-82CE-DD85-40DD-E1A0F31F9912}"/>
                  </a:ext>
                </a:extLst>
              </p:cNvPr>
              <p:cNvSpPr/>
              <p:nvPr/>
            </p:nvSpPr>
            <p:spPr>
              <a:xfrm>
                <a:off x="9406467" y="4799112"/>
                <a:ext cx="863600" cy="457200"/>
              </a:xfrm>
              <a:prstGeom prst="rect">
                <a:avLst/>
              </a:prstGeom>
              <a:solidFill>
                <a:srgbClr val="5D906E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DBAAB5E-A9DC-2DDB-FA97-2F2DD0253421}"/>
                  </a:ext>
                </a:extLst>
              </p:cNvPr>
              <p:cNvSpPr txBox="1"/>
              <p:nvPr/>
            </p:nvSpPr>
            <p:spPr>
              <a:xfrm>
                <a:off x="9508067" y="4913412"/>
                <a:ext cx="508000" cy="169277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1100" b="1">
                    <a:solidFill>
                      <a:srgbClr val="FFFFFF"/>
                    </a:solidFill>
                    <a:latin typeface="Aptos" panose="020B0004020202020204" pitchFamily="34" charset="0"/>
                  </a:rPr>
                  <a:t>P3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B057AF5-9DAD-1DD0-8704-4F7361978157}"/>
                  </a:ext>
                </a:extLst>
              </p:cNvPr>
              <p:cNvSpPr/>
              <p:nvPr/>
            </p:nvSpPr>
            <p:spPr>
              <a:xfrm>
                <a:off x="10270067" y="4799112"/>
                <a:ext cx="457200" cy="457200"/>
              </a:xfrm>
              <a:prstGeom prst="rect">
                <a:avLst/>
              </a:prstGeom>
              <a:solidFill>
                <a:srgbClr val="9A7AB4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79F1900-76FA-947B-05AA-DF4FAEBAB4AD}"/>
                  </a:ext>
                </a:extLst>
              </p:cNvPr>
              <p:cNvSpPr txBox="1"/>
              <p:nvPr/>
            </p:nvSpPr>
            <p:spPr>
              <a:xfrm>
                <a:off x="10371667" y="4913412"/>
                <a:ext cx="508000" cy="169277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1100" b="1" dirty="0">
                    <a:solidFill>
                      <a:srgbClr val="FFFFFF"/>
                    </a:solidFill>
                    <a:latin typeface="Aptos" panose="020B0004020202020204" pitchFamily="34" charset="0"/>
                  </a:rPr>
                  <a:t>P4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74A4BF5-8BCE-1D1B-13FD-98873C24FCBD}"/>
                  </a:ext>
                </a:extLst>
              </p:cNvPr>
              <p:cNvSpPr/>
              <p:nvPr/>
            </p:nvSpPr>
            <p:spPr>
              <a:xfrm>
                <a:off x="10727267" y="4799112"/>
                <a:ext cx="609600" cy="457200"/>
              </a:xfrm>
              <a:prstGeom prst="rect">
                <a:avLst/>
              </a:prstGeom>
              <a:solidFill>
                <a:srgbClr val="C18D4B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B05AB94-08DC-10A0-D1FB-8A209AAFB3CC}"/>
                  </a:ext>
                </a:extLst>
              </p:cNvPr>
              <p:cNvSpPr txBox="1"/>
              <p:nvPr/>
            </p:nvSpPr>
            <p:spPr>
              <a:xfrm>
                <a:off x="10828867" y="4913412"/>
                <a:ext cx="508000" cy="169277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1100" b="1">
                    <a:solidFill>
                      <a:srgbClr val="FFFFFF"/>
                    </a:solidFill>
                    <a:latin typeface="Aptos" panose="020B0004020202020204" pitchFamily="34" charset="0"/>
                  </a:rPr>
                  <a:t>P5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8C72ECD-E2A9-7836-FB8F-158A544D2DDE}"/>
                  </a:ext>
                </a:extLst>
              </p:cNvPr>
              <p:cNvSpPr txBox="1"/>
              <p:nvPr/>
            </p:nvSpPr>
            <p:spPr>
              <a:xfrm>
                <a:off x="8238067" y="5357912"/>
                <a:ext cx="317500" cy="1384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900" dirty="0">
                    <a:solidFill>
                      <a:srgbClr val="ACB3BB"/>
                    </a:solidFill>
                    <a:latin typeface="Aptos" panose="020B0004020202020204" pitchFamily="34" charset="0"/>
                  </a:rPr>
                  <a:t>0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B2F3244-6A1C-2BDA-2375-CD5BBCB62D23}"/>
                  </a:ext>
                </a:extLst>
              </p:cNvPr>
              <p:cNvSpPr txBox="1"/>
              <p:nvPr/>
            </p:nvSpPr>
            <p:spPr>
              <a:xfrm>
                <a:off x="8847667" y="5357912"/>
                <a:ext cx="317500" cy="1384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900" dirty="0">
                    <a:solidFill>
                      <a:srgbClr val="ACB3BB"/>
                    </a:solidFill>
                    <a:latin typeface="Aptos" panose="020B0004020202020204" pitchFamily="34" charset="0"/>
                  </a:rPr>
                  <a:t>5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B8A41D9-C97D-A6D2-E8B5-CB53471F094A}"/>
                  </a:ext>
                </a:extLst>
              </p:cNvPr>
              <p:cNvSpPr txBox="1"/>
              <p:nvPr/>
            </p:nvSpPr>
            <p:spPr>
              <a:xfrm>
                <a:off x="9457267" y="5357912"/>
                <a:ext cx="317500" cy="1384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900" dirty="0">
                    <a:solidFill>
                      <a:srgbClr val="ACB3BB"/>
                    </a:solidFill>
                    <a:latin typeface="Aptos" panose="020B0004020202020204" pitchFamily="34" charset="0"/>
                  </a:rPr>
                  <a:t>10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D23D092-79D2-76CF-66AA-2ACCEA93FEF5}"/>
                  </a:ext>
                </a:extLst>
              </p:cNvPr>
              <p:cNvSpPr txBox="1"/>
              <p:nvPr/>
            </p:nvSpPr>
            <p:spPr>
              <a:xfrm>
                <a:off x="10066867" y="5357912"/>
                <a:ext cx="317500" cy="1384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900">
                    <a:solidFill>
                      <a:srgbClr val="ACB3BB"/>
                    </a:solidFill>
                    <a:latin typeface="Aptos" panose="020B0004020202020204" pitchFamily="34" charset="0"/>
                  </a:rPr>
                  <a:t>15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2D09A1A-6DAD-BC0D-16C1-3195E1693E61}"/>
                  </a:ext>
                </a:extLst>
              </p:cNvPr>
              <p:cNvSpPr txBox="1"/>
              <p:nvPr/>
            </p:nvSpPr>
            <p:spPr>
              <a:xfrm>
                <a:off x="10676467" y="5357912"/>
                <a:ext cx="317500" cy="1384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900">
                    <a:solidFill>
                      <a:srgbClr val="ACB3BB"/>
                    </a:solidFill>
                    <a:latin typeface="Aptos" panose="020B0004020202020204" pitchFamily="34" charset="0"/>
                  </a:rPr>
                  <a:t>20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B4C32CE-D08A-F628-F89C-FAF1842388DE}"/>
                  </a:ext>
                </a:extLst>
              </p:cNvPr>
              <p:cNvSpPr txBox="1"/>
              <p:nvPr/>
            </p:nvSpPr>
            <p:spPr>
              <a:xfrm>
                <a:off x="11178117" y="5356886"/>
                <a:ext cx="317500" cy="1384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IN" sz="900" dirty="0">
                    <a:solidFill>
                      <a:srgbClr val="ACB3BB"/>
                    </a:solidFill>
                    <a:latin typeface="Aptos" panose="020B0004020202020204" pitchFamily="34" charset="0"/>
                  </a:rPr>
                  <a:t>25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7531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214</TotalTime>
  <Words>1291</Words>
  <Application>Microsoft Office PowerPoint</Application>
  <PresentationFormat>Widescreen</PresentationFormat>
  <Paragraphs>225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Arial Rounded MT Bold</vt:lpstr>
      <vt:lpstr>Bernard MT Condensed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Kumar Singh</cp:lastModifiedBy>
  <cp:revision>1</cp:revision>
  <dcterms:created xsi:type="dcterms:W3CDTF">2026-08-16T18:30:44Z</dcterms:created>
  <dcterms:modified xsi:type="dcterms:W3CDTF">2026-10-12T19:40:34Z</dcterms:modified>
</cp:coreProperties>
</file>